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8dbfe88684b97" /><Relationship Type="http://schemas.openxmlformats.org/officeDocument/2006/relationships/extended-properties" Target="/docProps/app.xml" Id="Rf9da0fb12c934180" /><Relationship Type="http://schemas.openxmlformats.org/officeDocument/2006/relationships/officeDocument" Target="/ppt/presentation.xml" Id="R40941b7118f84a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075a6f74df4ba3"/>
  </p:sldMasterIdLst>
  <p:notesMasterIdLst>
    <p:notesMasterId xmlns:r="http://schemas.openxmlformats.org/officeDocument/2006/relationships" r:id="Rc473cb2ae3a949f2"/>
  </p:notesMasterIdLst>
  <p:sldIdLst>
    <p:sldId xmlns:r="http://schemas.openxmlformats.org/officeDocument/2006/relationships" id="256" r:id="Rb0291e74231e4db3"/>
    <p:sldId xmlns:r="http://schemas.openxmlformats.org/officeDocument/2006/relationships" id="257" r:id="Re406cf0d99924c3c"/>
    <p:sldId xmlns:r="http://schemas.openxmlformats.org/officeDocument/2006/relationships" id="258" r:id="Rd2dc35faf9624e67"/>
    <p:sldId xmlns:r="http://schemas.openxmlformats.org/officeDocument/2006/relationships" id="259" r:id="R71b7b5593dc04b8d"/>
    <p:sldId xmlns:r="http://schemas.openxmlformats.org/officeDocument/2006/relationships" id="260" r:id="R18ed6bf994604f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06b340f5f411f" /><Relationship Type="http://schemas.openxmlformats.org/officeDocument/2006/relationships/slideMaster" Target="/ppt/slideMasters/slideMaster1.xml" Id="R98075a6f74df4ba3" /><Relationship Type="http://schemas.openxmlformats.org/officeDocument/2006/relationships/notesMaster" Target="/ppt/notesMasters/notesMaster1.xml" Id="Rc473cb2ae3a949f2" /><Relationship Type="http://schemas.openxmlformats.org/officeDocument/2006/relationships/presProps" Target="/ppt/presProps.xml" Id="Rddbf1c8e6f22453b" /><Relationship Type="http://schemas.openxmlformats.org/officeDocument/2006/relationships/tableStyles" Target="/ppt/tableStyles.xml" Id="Rf72f652b6450424c" /><Relationship Type="http://schemas.openxmlformats.org/officeDocument/2006/relationships/slide" Target="/ppt/slides/slide1.xml" Id="Rb0291e74231e4db3" /><Relationship Type="http://schemas.openxmlformats.org/officeDocument/2006/relationships/slide" Target="/ppt/slides/slide2.xml" Id="Re406cf0d99924c3c" /><Relationship Type="http://schemas.openxmlformats.org/officeDocument/2006/relationships/slide" Target="/ppt/slides/slide3.xml" Id="Rd2dc35faf9624e67" /><Relationship Type="http://schemas.openxmlformats.org/officeDocument/2006/relationships/slide" Target="/ppt/slides/slide4.xml" Id="R71b7b5593dc04b8d" /><Relationship Type="http://schemas.openxmlformats.org/officeDocument/2006/relationships/slide" Target="/ppt/slides/slide5.xml" Id="R18ed6bf994604f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0cb78d6bd24a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2a51cdc26492e" /><Relationship Type="http://schemas.openxmlformats.org/officeDocument/2006/relationships/notesMaster" Target="/ppt/notesMasters/notesMaster1.xml" Id="Re1a898d05af74d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12fcb247a4a37" /><Relationship Type="http://schemas.openxmlformats.org/officeDocument/2006/relationships/notesMaster" Target="/ppt/notesMasters/notesMaster1.xml" Id="R83e3a65d64c941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fc37976384c68" /><Relationship Type="http://schemas.openxmlformats.org/officeDocument/2006/relationships/notesMaster" Target="/ppt/notesMasters/notesMaster1.xml" Id="R76cf06aa29c44c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652bedee64b3e" /><Relationship Type="http://schemas.openxmlformats.org/officeDocument/2006/relationships/notesMaster" Target="/ppt/notesMasters/notesMaster1.xml" Id="R77b4942578224c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2eb3c43d684257" /><Relationship Type="http://schemas.openxmlformats.org/officeDocument/2006/relationships/notesMaster" Target="/ppt/notesMasters/notesMaster1.xml" Id="Rd564e95e639b4c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7e705236042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b1ae367ba54103" /><Relationship Type="http://schemas.openxmlformats.org/officeDocument/2006/relationships/slideLayout" Target="/ppt/slideLayouts/slideLayout1.xml" Id="Ra9aa7189dcd045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a7189dcd045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41da321154af8" /><Relationship Type="http://schemas.openxmlformats.org/officeDocument/2006/relationships/image" Target="/ppt/media/image.jpeg" Id="Rc24c5039fa8a4cdb" /><Relationship Type="http://schemas.openxmlformats.org/officeDocument/2006/relationships/image" Target="/ppt/media/image2.jpeg" Id="R637b6b9bc3cd49d0" /><Relationship Type="http://schemas.openxmlformats.org/officeDocument/2006/relationships/notesSlide" Target="/ppt/notesSlides/notesSlide1.xml" Id="Redfdca8e5b0641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7e55cdd524885" /><Relationship Type="http://schemas.openxmlformats.org/officeDocument/2006/relationships/image" Target="/ppt/media/image3.jpeg" Id="R4945591b24764428" /><Relationship Type="http://schemas.openxmlformats.org/officeDocument/2006/relationships/image" Target="/ppt/media/image4.jpeg" Id="Rbbeb96cdd153436c" /><Relationship Type="http://schemas.openxmlformats.org/officeDocument/2006/relationships/notesSlide" Target="/ppt/notesSlides/notesSlide2.xml" Id="R17f41ef0dd7a43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ea88d304548dd" /><Relationship Type="http://schemas.openxmlformats.org/officeDocument/2006/relationships/notesSlide" Target="/ppt/notesSlides/notesSlide3.xml" Id="Re46ac36c2c4548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3bd62131946c6" /><Relationship Type="http://schemas.openxmlformats.org/officeDocument/2006/relationships/image" Target="/ppt/media/image5.jpeg" Id="R54a9d29a83fd464d" /><Relationship Type="http://schemas.openxmlformats.org/officeDocument/2006/relationships/image" Target="/ppt/media/image6.jpeg" Id="R8fb9005a52dc46f6" /><Relationship Type="http://schemas.openxmlformats.org/officeDocument/2006/relationships/notesSlide" Target="/ppt/notesSlides/notesSlide4.xml" Id="Rebd215041c1048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8d8ce78e446e7" /><Relationship Type="http://schemas.openxmlformats.org/officeDocument/2006/relationships/image" Target="/ppt/media/image7.jpeg" Id="Rc9f5308be00a4ddc" /><Relationship Type="http://schemas.openxmlformats.org/officeDocument/2006/relationships/image" Target="/ppt/media/image8.jpeg" Id="R496c66d1908848e5" /><Relationship Type="http://schemas.openxmlformats.org/officeDocument/2006/relationships/notesSlide" Target="/ppt/notesSlides/notesSlide5.xml" Id="Rd620c369708f47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7985D-ED3F-4A65-A40E-CE67D5EE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934F9-4588-49A5-98BE-CE0777D2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238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3286B-266C-4248-B34F-0FE4B48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971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FINAL · POCKET EARTH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9283-9822-417F-B1EB-8517BE52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1918"/>
                </a:solidFill>
              </a:defRPr>
            </a:pPr>
            <a:r>
              <a:rPr sz="3675" b="1">
                <a:solidFill>
                  <a:srgbClr val="171918"/>
                </a:solidFill>
              </a:rPr>
              <a:t>Pocket Earth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4A417-25B7-48B1-9BB5-D21F88E9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95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2A604F"/>
                </a:solidFill>
              </a:defRPr>
            </a:pPr>
            <a:r>
              <a:rPr sz="3525" b="1">
                <a:solidFill>
                  <a:srgbClr val="2A604F"/>
                </a:solidFill>
              </a:rPr>
              <a:t>on Injective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20D71-1624-4ABD-9785-BE0E581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918"/>
                </a:solidFill>
              </a:defRPr>
            </a:pPr>
            <a:r>
              <a:rPr sz="1950" b="0">
                <a:solidFill>
                  <a:srgbClr val="171918"/>
                </a:solidFill>
              </a:rPr>
              <a:t>空间知识库 · 公共知识层</a:t>
            </a:r>
          </a:p>
          <a:p xmlns:a="http://schemas.openxmlformats.org/drawingml/2006/main">
            <a:pPr>
              <a:defRPr sz="1950" b="0">
                <a:solidFill>
                  <a:srgbClr val="171918"/>
                </a:solidFill>
              </a:defRPr>
            </a:pPr>
            <a:r>
              <a:rPr sz="1950" b="0">
                <a:solidFill>
                  <a:srgbClr val="171918"/>
                </a:solidFill>
              </a:rPr>
              <a:t>链上身份 · 实体 Frost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2570D-CE15-41BC-850A-5FDCA93F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9"/>
                </a:solidFill>
              </a:defRPr>
            </a:pPr>
            <a:r>
              <a:rPr sz="1275" b="0">
                <a:solidFill>
                  <a:srgbClr val="666D69"/>
                </a:solidFill>
              </a:rPr>
              <a:t>私人经历在端侧形成长期记忆；公共知识经过 Agent 核验，形成可下载、可复验的每日版次。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3E541-CB4E-4354-AB4F-1469E2F8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48736-97EF-4916-A1A0-DBECC34E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0681C-F8F3-48EC-AD96-155F6C2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身份与知识版次已经在 Injective 上留下证据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31600-4533-48AA-AC4F-3F38869B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同一产品覆盖手机、Agent 网络、链上证明与树莓派实体终端。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4B942-4467-4C34-8DC5-F28F3A8E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C5613-1454-4A89-8B08-725555CF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01 / OPENING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C13BB-C0A9-44BC-B151-BEFD84D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c5039fa8a4cdb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D3973-CD2F-4D14-8D0A-50F8A505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00E09-2FD0-4785-B7CA-C2204A9D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b6b9bc3cd49d0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19F01-A607-4329-8112-C4DFD4C4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FCF8F-ADFF-40F9-9B44-3C1F37C3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00871-0CCA-4455-9DC4-DDFE48AE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PUBLIC EARTH · 知识信号回到地点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92761-4CC0-4D23-9571-304F5D1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150C2-536E-46BD-9815-1A04A19A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AGENT NETWORK · 8 领域发现 + 6 步核验</a:t>
            </a:r>
          </a:p>
        </p:txBody>
      </p:sp>
    </p:spTree>
    <p:extLst>
      <p:ext uri="{BB962C8B-B14F-4D97-AF65-F5344CB8AC3E}">
        <p14:creationId xmlns:p14="http://schemas.microsoft.com/office/powerpoint/2010/main" val="1173924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068F7-4F04-4296-8181-0AA5F7D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D04ED-535A-4A98-AB52-3788DB59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695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A48B3-DFE1-47D0-BA29-CDE9040E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WHY NOW · 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2F075-5AA2-4371-9359-63FEF9DC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952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AI 时代，同时丢失了</a:t>
            </a:r>
          </a:p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两件东西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4E681-9DA1-4D11-AD31-EE102B0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936D"/>
                </a:solidFill>
              </a:defRPr>
            </a:pPr>
            <a:r>
              <a:rPr sz="1500" b="1">
                <a:solidFill>
                  <a:srgbClr val="21936D"/>
                </a:solidFill>
              </a:rPr>
              <a:t>个人上下文，以及公共信息的可信度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13CD2-83B4-4EEA-8DFC-82E88C99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FD034-8834-4558-8E7D-CA4141BC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个人知识散落在相册、地点与对话里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012EE-59A8-4AC5-A4E8-7EDD4A54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668CF-945A-4017-8506-BC77BBD8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公共信息高速增长，出处与版本难以复核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0DE35-2687-4474-8C28-E3539961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A7BB6-F1A5-4EBA-80DD-D9868DEE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Agent 需要可追溯的输入、时间与发布边界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4BC2E-5A0E-483D-B694-B9E9FEEA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429C9-300B-4797-A1F8-89AA588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7AA53-2716-4E7E-B81F-E5B5A9BD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AI 时代不缺数据，缺的是可信知识。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0E799-8BBC-42DF-A2BF-1152834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一边重建人的长期上下文，一边保存公共知识的来源、证据和版本。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B673B-8F35-452E-9185-836146E5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152F0-F6DD-43C2-85EB-6B208E4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02 / WHY 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462A5-A787-41F0-B015-2AF7C9D7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5591b24764428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04215-8455-4B8A-9737-8BEFE0F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24E0B-3DBE-4562-B6D2-F86E9DA0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b96cdd153436c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50910-5BCC-47D6-B185-78F66CE1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9AFC4-D0E4-4410-862E-83F8CEB0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F35E1-7A15-43D5-8981-60E21A2A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PRIVATE MAP · 个人经历重新回到地点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5500F-4756-4269-9D4C-60FC8D6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F6EA86-0C1F-483B-A13D-CF5017C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KNOWLEDGE DETAIL · 从摘要展开证据与来源</a:t>
            </a:r>
          </a:p>
        </p:txBody>
      </p:sp>
    </p:spTree>
    <p:extLst>
      <p:ext uri="{BB962C8B-B14F-4D97-AF65-F5344CB8AC3E}">
        <p14:creationId xmlns:p14="http://schemas.microsoft.com/office/powerpoint/2010/main" val="768826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51B110-75E3-4E17-B7AE-2D2FB5A3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159B8-2326-4278-BF34-70F96EFE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3028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702DB-AEFF-41FF-BFCE-B31EDF45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KNOWLEDGE REFINERY · 知识炼油厂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6D439-511D-4D33-9FD2-FFFF0EE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0125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75" b="0">
                <a:solidFill>
                  <a:srgbClr val="171918"/>
                </a:solidFill>
              </a:defRPr>
            </a:pPr>
            <a:r>
              <a:rPr sz="3075" b="0">
                <a:solidFill>
                  <a:srgbClr val="171918"/>
                </a:solidFill>
              </a:rPr>
              <a:t>把信息炼成可验证知识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C1EDC-D81D-485E-A5DB-73E2CE83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D69"/>
                </a:solidFill>
              </a:defRPr>
            </a:pPr>
            <a:r>
              <a:rPr sz="1350" b="0">
                <a:solidFill>
                  <a:srgbClr val="666D69"/>
                </a:solidFill>
              </a:rPr>
              <a:t>全球信号进入八个领域，六个角色完成事实核验，最终形成每日版次。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4741E-0A0B-4CC5-B51F-DE779DFA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32766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BD337-6A18-47E0-9171-C3712009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00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8"/>
                </a:solidFill>
              </a:defRPr>
            </a:pPr>
            <a:r>
              <a:rPr sz="1875" b="0">
                <a:solidFill>
                  <a:srgbClr val="171918"/>
                </a:solidFill>
              </a:rPr>
              <a:t>“数据是新石油。数据有价值，</a:t>
            </a:r>
          </a:p>
          <a:p xmlns:a="http://schemas.openxmlformats.org/drawingml/2006/main">
            <a:pPr>
              <a:defRPr sz="1875" b="0">
                <a:solidFill>
                  <a:srgbClr val="171918"/>
                </a:solidFill>
              </a:defRPr>
            </a:pPr>
            <a:r>
              <a:rPr sz="1875" b="0">
                <a:solidFill>
                  <a:srgbClr val="171918"/>
                </a:solidFill>
              </a:rPr>
              <a:t>但未经提炼就不能使用。”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F7B6F-7348-409F-B6E1-8C4264A9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04F"/>
                </a:solidFill>
              </a:defRPr>
            </a:pPr>
            <a:r>
              <a:rPr sz="1125" b="1">
                <a:solidFill>
                  <a:srgbClr val="2A604F"/>
                </a:solidFill>
              </a:rPr>
              <a:t>— Clive Humby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2B998-8F9C-4776-8A41-6FBF99F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82D6F-CCBC-41CC-9507-74CACD6B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Pocket Earth 保存筛选、核验后的知识版次，</a:t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同时保留原始来源与复验路径。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E1675-58E4-4C7B-B1FF-F49859A7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34F72-BA89-47EF-AEF7-A9CD446C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3D154-B0FD-4CE0-93D0-1877F4A9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2DD"/>
                </a:solidFill>
              </a:defRPr>
            </a:pPr>
            <a:r>
              <a:rPr sz="1125" b="1">
                <a:solidFill>
                  <a:srgbClr val="2D62DD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9372B-92E0-455C-92C1-D78D3D0D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公开信号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DDDE7-425E-4F17-9BA0-269E3BA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8 个领域 Agent 每日收集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7A39E-10DA-4EC8-9E78-70B3D47D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35426-356C-42AF-B3D0-D6B6554B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2A1D3-1AE4-4CB4-A9C0-35292604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9BC4B-E14D-4DB2-AC96-5D92B7BA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C6DD"/>
                </a:solidFill>
              </a:defRPr>
            </a:pPr>
            <a:r>
              <a:rPr sz="1125" b="1">
                <a:solidFill>
                  <a:srgbClr val="18C6DD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AAD57-9F0D-455B-AC59-62F9B665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领域筛选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B2541-FFA6-45A3-9C49-CA995404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去重、分类、压缩上下文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CB352-EC3B-4A07-B9D9-97EF539F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D76FB-FC1C-481A-A067-F07A6508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13BC8-3469-4279-B317-56068F61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9FF3E0-7354-487D-BD48-81C54C98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C84A"/>
                </a:solidFill>
              </a:defRPr>
            </a:pPr>
            <a:r>
              <a:rPr sz="1125" b="1">
                <a:solidFill>
                  <a:srgbClr val="F4C84A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D9A95-0C19-471D-B9D3-481EB98D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交叉核验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F1190B-AF71-4CF3-9A77-689407A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765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来源约束 + 人工发布闸门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BB829-CB1F-4493-B608-9A37C53B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90F4E-DF1E-446E-B119-472F76C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7D037-190F-4B61-A8A2-2B27C9FD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562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CB8B6-F7F6-4E18-9628-B0B3A21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336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04F"/>
                </a:solidFill>
              </a:defRPr>
            </a:pPr>
            <a:r>
              <a:rPr sz="1125" b="1">
                <a:solidFill>
                  <a:srgbClr val="2A604F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535CD-BA2A-4372-A8E4-93A20C8E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241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每日版次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2F4AA-ADC5-4E1A-88E1-3EBC2198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765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Merkle 根锚定 Injective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E23A87-A96F-4CE8-A995-325D891E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7562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CB499-0A2F-4716-B45D-1BC533F6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05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8"/>
                </a:solidFill>
              </a:defRPr>
            </a:pPr>
            <a:r>
              <a:rPr sz="1500" b="1">
                <a:solidFill>
                  <a:srgbClr val="171918"/>
                </a:solidFill>
              </a:rPr>
              <a:t>知识冷热分层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5E90F-BB0D-4B93-B6BB-1ED1A2B2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FF"/>
          </a:solidFill>
          <a:ln xmlns:a="http://schemas.openxmlformats.org/drawingml/2006/main" w="9525">
            <a:solidFill>
              <a:srgbClr val="BDD1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0D21AF-098B-46CC-8165-799C5477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767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62DD"/>
                </a:solidFill>
              </a:defRPr>
            </a:pPr>
            <a:r>
              <a:rPr sz="1200" b="1">
                <a:solidFill>
                  <a:srgbClr val="2D62DD"/>
                </a:solidFill>
              </a:rPr>
              <a:t>热区 · 7 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DB24E5-DB36-4A66-A2CB-BC08D3E2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完整新闻与运行上下文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824427-993A-42E4-A050-3B88DAA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14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936D"/>
                </a:solidFill>
              </a:defRPr>
            </a:pPr>
            <a:r>
              <a:rPr sz="17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9126CD-6B6A-4997-8B82-F1B6719F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CD9C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D92ED4-0024-4009-AFF1-50B59A46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767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604F"/>
                </a:solidFill>
              </a:defRPr>
            </a:pPr>
            <a:r>
              <a:rPr sz="1200" b="1">
                <a:solidFill>
                  <a:srgbClr val="2A604F"/>
                </a:solidFill>
              </a:rPr>
              <a:t>长期层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D7D00D-73E2-4EA5-A5E0-6B4830A5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3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核验条目、证明与版次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247FEA-CD26-480F-8779-6BCC71BA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14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936D"/>
                </a:solidFill>
              </a:defRPr>
            </a:pPr>
            <a:r>
              <a:rPr sz="17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53A91F-E7B9-4F14-8B07-BC59443B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338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CFC1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9770EA-E273-4CF9-A216-2C3C6E9F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767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F70DC"/>
                </a:solidFill>
              </a:defRPr>
            </a:pPr>
            <a:r>
              <a:rPr sz="1200" b="1">
                <a:solidFill>
                  <a:srgbClr val="8F70DC"/>
                </a:solidFill>
              </a:rPr>
              <a:t>端侧私域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47EDE6-E504-45E5-BFAF-D85CA3ED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339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私人记忆不上链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D89586-F767-40C1-B378-41A3672D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86400"/>
            <a:ext cx="11258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1BBBE6-B206-46B9-802A-CB1D31D5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内容留在链下，Merkle 根锚定 Injective：保留丰富性，也让任何人都能独立验真。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3D91EA-6F9E-4A60-9758-DB594740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825048-D7BF-4925-9299-9F68FDE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03 / KNOWLEDGE REFINERY</a:t>
            </a:r>
          </a:p>
        </p:txBody>
      </p:sp>
    </p:spTree>
    <p:extLst>
      <p:ext uri="{BB962C8B-B14F-4D97-AF65-F5344CB8AC3E}">
        <p14:creationId xmlns:p14="http://schemas.microsoft.com/office/powerpoint/2010/main" val="570839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0D448-E056-4A57-9D09-A5CA8025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D2617-F983-482B-9793-94E17B3E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7146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70ED8-7079-48E8-BC78-9C238C9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47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EARTH · 公共知识层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0B3F7-92CD-49E0-BF89-10E907FC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把信息炼成一张</a:t>
            </a:r>
          </a:p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知识地图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13AE5-151D-4C33-8DF5-DB7E92A8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936D"/>
                </a:solidFill>
              </a:defRPr>
            </a:pPr>
            <a:r>
              <a:rPr sz="1500" b="1">
                <a:solidFill>
                  <a:srgbClr val="21936D"/>
                </a:solidFill>
              </a:rPr>
              <a:t>卡片负责发现，详情负责理解，版次负责验真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9250E-0629-4E88-A981-7251C97A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3733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新闻信号以便签落回真实地点；点开后得到摘要、意义、来源与核验状态。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进入每日版次的条目可以下载资源包，在本地重新计算记录哈希、Merkle 路径与版次根。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F843F-0B02-4E05-8866-9794044C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CFCD5-85F7-4AE5-B92D-07FA4BDD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EB609-C3C9-41B1-BCFE-E6895C41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渲染在端上，内容在包里，指纹在链上。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6CE16-E105-4B37-8611-70D48DAF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公共地球节省链上存储成本，同时保留可下载、可迁移、可复验的知识。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A63A5-5651-4797-BD58-E5A6AA8D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4CE6A-DA57-4799-A1B7-9870B851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04 / PUBLIC KNOWLEDGE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7011E-6425-4D6F-A655-54550BB1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9d29a83fd464d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87D95-CCCC-4F68-93EE-A7F8A741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C8818-66B2-4992-BBE2-687924C2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9005a52dc46f6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BA27F-3A9D-4069-83CF-C3A5094D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D6D15-600D-4968-87E9-CF4CE76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52228-2BBF-4FA8-87BC-81AACD72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知识地图 · 便签落回新闻发生地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38F5E-B430-49DD-8AF3-F8B6C5F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DDE87-A4CE-4A3B-8180-E654615D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每日版次 · 下载包并复验 Merkle 证明</a:t>
            </a:r>
          </a:p>
        </p:txBody>
      </p:sp>
    </p:spTree>
    <p:extLst>
      <p:ext uri="{BB962C8B-B14F-4D97-AF65-F5344CB8AC3E}">
        <p14:creationId xmlns:p14="http://schemas.microsoft.com/office/powerpoint/2010/main" val="1226112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BD7E6-1684-4A0B-8C6F-E834D590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B47ED-DBAA-47EB-B0CD-F65401D5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266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1D229-CD7F-4E31-B2FA-22D4E2AC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FROST · AGENT 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F29F5-66F1-4B11-A4DE-B19A8FC1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Frost：一台努力理解</a:t>
            </a:r>
          </a:p>
          <a:p xmlns:a="http://schemas.openxmlformats.org/drawingml/2006/main">
            <a:pPr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人类的机器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B9493-DC86-4B89-88E1-7CC6D415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936D"/>
                </a:solidFill>
              </a:defRPr>
            </a:pPr>
            <a:r>
              <a:rPr sz="1425" b="1">
                <a:solidFill>
                  <a:srgbClr val="21936D"/>
                </a:solidFill>
              </a:rPr>
              <a:t>同一角色贯穿 App、公共地球、身份卡与实体设备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CEF15-9BBB-4AE3-895E-3AA6205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3762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Frost 的灵感来自《趁生命气息逗留》。统一的方形轮廓提供品牌识别度；每个人的记忆生成不同细节。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#43–47 拥有公开可验证的 Agent 身份；实体 Frost 会把当天知识和链上见闻带回房间。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BBC08-D16A-481C-80B2-D7A959B7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B55EA-18C3-4E8D-A4C0-9556768D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520ED-7723-42D0-80C5-679CC697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Frost 是产品本身。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5F6B-00AB-44EC-A3A2-687584A7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形象、声音、长期记忆、链上身份和实体身体属于同一个 Agent。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CCEA0-8D62-4176-A25C-B11D8CA0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8F5FC-9CFF-42A3-A372-FAC5C6E2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05 / FROST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148CA-6180-4EAC-92F5-F151EE3C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5308be00a4ddc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AB31E-94F4-4292-A5D6-32E25612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2C132-17A6-41CC-B0C6-C5904303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c66d1908848e5"/>
          <a:srcRect xmlns:a="http://schemas.openxmlformats.org/drawingml/2006/main" l="19337" t="0" r="19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71991-245A-4D47-8C60-88E0DCE9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3175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B3A51-641C-4FCA-8D24-9DD6D03D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4F07A-48C3-4377-989C-5337C501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身份卡 · 链上公开身份与个体差异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412E8-C5CE-4066-899D-1263F12E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2257E-0007-4FF3-A85B-4AD9E46F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实体终端 · 同一个 Frost 在房间里开口</a:t>
            </a:r>
          </a:p>
        </p:txBody>
      </p:sp>
    </p:spTree>
    <p:extLst>
      <p:ext uri="{BB962C8B-B14F-4D97-AF65-F5344CB8AC3E}">
        <p14:creationId xmlns:p14="http://schemas.microsoft.com/office/powerpoint/2010/main" val="1201643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2026-07-19T09:58:32.3450000Z</dcterms:created>
  <dcterms:modified xsi:type="dcterms:W3CDTF">2026-07-19T09:58:32.3450000Z</dcterms:modified>
</coreProperties>
</file>