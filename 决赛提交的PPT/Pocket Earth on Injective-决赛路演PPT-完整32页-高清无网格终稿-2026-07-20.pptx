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d5d6ef5e6458b" /><Relationship Type="http://schemas.openxmlformats.org/officeDocument/2006/relationships/extended-properties" Target="/docProps/app.xml" Id="Rf754502935b34420" /><Relationship Type="http://schemas.openxmlformats.org/officeDocument/2006/relationships/officeDocument" Target="/ppt/presentation.xml" Id="Raf29315845f4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40b5f6380b47c9"/>
  </p:sldMasterIdLst>
  <p:notesMasterIdLst>
    <p:notesMasterId xmlns:r="http://schemas.openxmlformats.org/officeDocument/2006/relationships" r:id="R6880d99d2620420e"/>
  </p:notesMasterIdLst>
  <p:sldIdLst>
    <p:sldId xmlns:r="http://schemas.openxmlformats.org/officeDocument/2006/relationships" id="256" r:id="R35dbc6dcd3c74e06"/>
    <p:sldId xmlns:r="http://schemas.openxmlformats.org/officeDocument/2006/relationships" id="257" r:id="R3ddf2d86cb814e1d"/>
    <p:sldId xmlns:r="http://schemas.openxmlformats.org/officeDocument/2006/relationships" id="258" r:id="Rde57d57b3b6740b2"/>
    <p:sldId xmlns:r="http://schemas.openxmlformats.org/officeDocument/2006/relationships" id="259" r:id="R8c54474c98084372"/>
    <p:sldId xmlns:r="http://schemas.openxmlformats.org/officeDocument/2006/relationships" id="260" r:id="R6be698c591294a1a"/>
    <p:sldId xmlns:r="http://schemas.openxmlformats.org/officeDocument/2006/relationships" id="261" r:id="R8261f21cd3be4827"/>
    <p:sldId xmlns:r="http://schemas.openxmlformats.org/officeDocument/2006/relationships" id="262" r:id="Rba1035d26ed64f99"/>
    <p:sldId xmlns:r="http://schemas.openxmlformats.org/officeDocument/2006/relationships" id="263" r:id="R972607c40c6d4bed"/>
    <p:sldId xmlns:r="http://schemas.openxmlformats.org/officeDocument/2006/relationships" id="264" r:id="R70976d9115b74c25"/>
    <p:sldId xmlns:r="http://schemas.openxmlformats.org/officeDocument/2006/relationships" id="265" r:id="Rcea64eb4aa9f46a2"/>
    <p:sldId xmlns:r="http://schemas.openxmlformats.org/officeDocument/2006/relationships" id="266" r:id="Ree6a1515419e4d1c"/>
    <p:sldId xmlns:r="http://schemas.openxmlformats.org/officeDocument/2006/relationships" id="267" r:id="R341a8b67ef784dca"/>
    <p:sldId xmlns:r="http://schemas.openxmlformats.org/officeDocument/2006/relationships" id="268" r:id="R07a1f365e1054852"/>
    <p:sldId xmlns:r="http://schemas.openxmlformats.org/officeDocument/2006/relationships" id="269" r:id="R04c917e0894c4786"/>
    <p:sldId xmlns:r="http://schemas.openxmlformats.org/officeDocument/2006/relationships" id="270" r:id="R9d7a8601a9d2478d"/>
    <p:sldId xmlns:r="http://schemas.openxmlformats.org/officeDocument/2006/relationships" id="271" r:id="R7b37c0c5c0d14759"/>
    <p:sldId xmlns:r="http://schemas.openxmlformats.org/officeDocument/2006/relationships" id="272" r:id="R0c6aceed9cc44cac"/>
    <p:sldId xmlns:r="http://schemas.openxmlformats.org/officeDocument/2006/relationships" id="273" r:id="Rd63c0f2763634e3a"/>
    <p:sldId xmlns:r="http://schemas.openxmlformats.org/officeDocument/2006/relationships" id="274" r:id="Rbbd425218d2e41bc"/>
    <p:sldId xmlns:r="http://schemas.openxmlformats.org/officeDocument/2006/relationships" id="275" r:id="R665ab8b758df4138"/>
    <p:sldId xmlns:r="http://schemas.openxmlformats.org/officeDocument/2006/relationships" id="276" r:id="Rcf5e4fdb3bda4512"/>
    <p:sldId xmlns:r="http://schemas.openxmlformats.org/officeDocument/2006/relationships" id="277" r:id="R0d7b7d11f29547ff"/>
    <p:sldId xmlns:r="http://schemas.openxmlformats.org/officeDocument/2006/relationships" id="278" r:id="Rfefc223cff064d3c"/>
    <p:sldId xmlns:r="http://schemas.openxmlformats.org/officeDocument/2006/relationships" id="279" r:id="R9525a570a7464004"/>
    <p:sldId xmlns:r="http://schemas.openxmlformats.org/officeDocument/2006/relationships" id="280" r:id="R0aeabd9c6ced4ef1"/>
    <p:sldId xmlns:r="http://schemas.openxmlformats.org/officeDocument/2006/relationships" id="281" r:id="Rf750d90cb13c4d6c"/>
    <p:sldId xmlns:r="http://schemas.openxmlformats.org/officeDocument/2006/relationships" id="282" r:id="R9b1b620be08c4a18"/>
    <p:sldId xmlns:r="http://schemas.openxmlformats.org/officeDocument/2006/relationships" id="283" r:id="Rbcf101f5c9134599"/>
    <p:sldId xmlns:r="http://schemas.openxmlformats.org/officeDocument/2006/relationships" id="284" r:id="R1a113b044c8b40fa"/>
    <p:sldId xmlns:r="http://schemas.openxmlformats.org/officeDocument/2006/relationships" id="285" r:id="R4565912772644f4a"/>
    <p:sldId xmlns:r="http://schemas.openxmlformats.org/officeDocument/2006/relationships" id="286" r:id="Rca98dc328e1647f6"/>
    <p:sldId xmlns:r="http://schemas.openxmlformats.org/officeDocument/2006/relationships" id="287" r:id="R2827ad297b8e42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bda853ea134e57" /><Relationship Type="http://schemas.openxmlformats.org/officeDocument/2006/relationships/slideMaster" Target="/ppt/slideMasters/slideMaster1.xml" Id="R0f40b5f6380b47c9" /><Relationship Type="http://schemas.openxmlformats.org/officeDocument/2006/relationships/notesMaster" Target="/ppt/notesMasters/notesMaster1.xml" Id="R6880d99d2620420e" /><Relationship Type="http://schemas.openxmlformats.org/officeDocument/2006/relationships/presProps" Target="/ppt/presProps.xml" Id="Rcde0a12fb6714d95" /><Relationship Type="http://schemas.openxmlformats.org/officeDocument/2006/relationships/tableStyles" Target="/ppt/tableStyles.xml" Id="R52e10699a6b8411e" /><Relationship Type="http://schemas.openxmlformats.org/officeDocument/2006/relationships/slide" Target="/ppt/slides/slide1.xml" Id="R35dbc6dcd3c74e06" /><Relationship Type="http://schemas.openxmlformats.org/officeDocument/2006/relationships/slide" Target="/ppt/slides/slide2.xml" Id="R3ddf2d86cb814e1d" /><Relationship Type="http://schemas.openxmlformats.org/officeDocument/2006/relationships/slide" Target="/ppt/slides/slide3.xml" Id="Rde57d57b3b6740b2" /><Relationship Type="http://schemas.openxmlformats.org/officeDocument/2006/relationships/slide" Target="/ppt/slides/slide4.xml" Id="R8c54474c98084372" /><Relationship Type="http://schemas.openxmlformats.org/officeDocument/2006/relationships/slide" Target="/ppt/slides/slide5.xml" Id="R6be698c591294a1a" /><Relationship Type="http://schemas.openxmlformats.org/officeDocument/2006/relationships/slide" Target="/ppt/slides/slide6.xml" Id="R8261f21cd3be4827" /><Relationship Type="http://schemas.openxmlformats.org/officeDocument/2006/relationships/slide" Target="/ppt/slides/slide7.xml" Id="Rba1035d26ed64f99" /><Relationship Type="http://schemas.openxmlformats.org/officeDocument/2006/relationships/slide" Target="/ppt/slides/slide8.xml" Id="R972607c40c6d4bed" /><Relationship Type="http://schemas.openxmlformats.org/officeDocument/2006/relationships/slide" Target="/ppt/slides/slide9.xml" Id="R70976d9115b74c25" /><Relationship Type="http://schemas.openxmlformats.org/officeDocument/2006/relationships/slide" Target="/ppt/slides/slide10.xml" Id="Rcea64eb4aa9f46a2" /><Relationship Type="http://schemas.openxmlformats.org/officeDocument/2006/relationships/slide" Target="/ppt/slides/slide11.xml" Id="Ree6a1515419e4d1c" /><Relationship Type="http://schemas.openxmlformats.org/officeDocument/2006/relationships/slide" Target="/ppt/slides/slide12.xml" Id="R341a8b67ef784dca" /><Relationship Type="http://schemas.openxmlformats.org/officeDocument/2006/relationships/slide" Target="/ppt/slides/slide13.xml" Id="R07a1f365e1054852" /><Relationship Type="http://schemas.openxmlformats.org/officeDocument/2006/relationships/slide" Target="/ppt/slides/slide14.xml" Id="R04c917e0894c4786" /><Relationship Type="http://schemas.openxmlformats.org/officeDocument/2006/relationships/slide" Target="/ppt/slides/slide15.xml" Id="R9d7a8601a9d2478d" /><Relationship Type="http://schemas.openxmlformats.org/officeDocument/2006/relationships/slide" Target="/ppt/slides/slide16.xml" Id="R7b37c0c5c0d14759" /><Relationship Type="http://schemas.openxmlformats.org/officeDocument/2006/relationships/slide" Target="/ppt/slides/slide17.xml" Id="R0c6aceed9cc44cac" /><Relationship Type="http://schemas.openxmlformats.org/officeDocument/2006/relationships/slide" Target="/ppt/slides/slide18.xml" Id="Rd63c0f2763634e3a" /><Relationship Type="http://schemas.openxmlformats.org/officeDocument/2006/relationships/slide" Target="/ppt/slides/slide19.xml" Id="Rbbd425218d2e41bc" /><Relationship Type="http://schemas.openxmlformats.org/officeDocument/2006/relationships/slide" Target="/ppt/slides/slide20.xml" Id="R665ab8b758df4138" /><Relationship Type="http://schemas.openxmlformats.org/officeDocument/2006/relationships/slide" Target="/ppt/slides/slide21.xml" Id="Rcf5e4fdb3bda4512" /><Relationship Type="http://schemas.openxmlformats.org/officeDocument/2006/relationships/slide" Target="/ppt/slides/slide22.xml" Id="R0d7b7d11f29547ff" /><Relationship Type="http://schemas.openxmlformats.org/officeDocument/2006/relationships/slide" Target="/ppt/slides/slide23.xml" Id="Rfefc223cff064d3c" /><Relationship Type="http://schemas.openxmlformats.org/officeDocument/2006/relationships/slide" Target="/ppt/slides/slide24.xml" Id="R9525a570a7464004" /><Relationship Type="http://schemas.openxmlformats.org/officeDocument/2006/relationships/slide" Target="/ppt/slides/slide25.xml" Id="R0aeabd9c6ced4ef1" /><Relationship Type="http://schemas.openxmlformats.org/officeDocument/2006/relationships/slide" Target="/ppt/slides/slide26.xml" Id="Rf750d90cb13c4d6c" /><Relationship Type="http://schemas.openxmlformats.org/officeDocument/2006/relationships/slide" Target="/ppt/slides/slide27.xml" Id="R9b1b620be08c4a18" /><Relationship Type="http://schemas.openxmlformats.org/officeDocument/2006/relationships/slide" Target="/ppt/slides/slide28.xml" Id="Rbcf101f5c9134599" /><Relationship Type="http://schemas.openxmlformats.org/officeDocument/2006/relationships/slide" Target="/ppt/slides/slide29.xml" Id="R1a113b044c8b40fa" /><Relationship Type="http://schemas.openxmlformats.org/officeDocument/2006/relationships/slide" Target="/ppt/slides/slide30.xml" Id="R4565912772644f4a" /><Relationship Type="http://schemas.openxmlformats.org/officeDocument/2006/relationships/slide" Target="/ppt/slides/slide31.xml" Id="Rca98dc328e1647f6" /><Relationship Type="http://schemas.openxmlformats.org/officeDocument/2006/relationships/slide" Target="/ppt/slides/slide32.xml" Id="R2827ad297b8e42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61ca0b0d9e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c754e340e4342" /><Relationship Type="http://schemas.openxmlformats.org/officeDocument/2006/relationships/notesMaster" Target="/ppt/notesMasters/notesMaster1.xml" Id="Rbabe93af301445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38e0bfbcb4385" /><Relationship Type="http://schemas.openxmlformats.org/officeDocument/2006/relationships/notesMaster" Target="/ppt/notesMasters/notesMaster1.xml" Id="R13e096b88501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1193cc67ea475f" /><Relationship Type="http://schemas.openxmlformats.org/officeDocument/2006/relationships/notesMaster" Target="/ppt/notesMasters/notesMaster1.xml" Id="R89eaf4b83c8941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3f0f1aff964a64" /><Relationship Type="http://schemas.openxmlformats.org/officeDocument/2006/relationships/notesMaster" Target="/ppt/notesMasters/notesMaster1.xml" Id="R309245c0d9684e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e5183b8c4e497b" /><Relationship Type="http://schemas.openxmlformats.org/officeDocument/2006/relationships/notesMaster" Target="/ppt/notesMasters/notesMaster1.xml" Id="Rdfca237bad8f49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29bc29eb1041d0" /><Relationship Type="http://schemas.openxmlformats.org/officeDocument/2006/relationships/notesMaster" Target="/ppt/notesMasters/notesMaster1.xml" Id="Rcd6ff3ed9881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1ce8dc39c84668" /><Relationship Type="http://schemas.openxmlformats.org/officeDocument/2006/relationships/notesMaster" Target="/ppt/notesMasters/notesMaster1.xml" Id="R666967dc7a1d42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4388e66824af7" /><Relationship Type="http://schemas.openxmlformats.org/officeDocument/2006/relationships/notesMaster" Target="/ppt/notesMasters/notesMaster1.xml" Id="Rda2d78499d964b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83530b402e4981" /><Relationship Type="http://schemas.openxmlformats.org/officeDocument/2006/relationships/notesMaster" Target="/ppt/notesMasters/notesMaster1.xml" Id="Rd3a1dabe45994c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f728b6b9e64e04" /><Relationship Type="http://schemas.openxmlformats.org/officeDocument/2006/relationships/notesMaster" Target="/ppt/notesMasters/notesMaster1.xml" Id="Rf59af38b54184b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9146e3ae864a6b" /><Relationship Type="http://schemas.openxmlformats.org/officeDocument/2006/relationships/notesMaster" Target="/ppt/notesMasters/notesMaster1.xml" Id="R4dba9695862044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31a5c374cf4bea" /><Relationship Type="http://schemas.openxmlformats.org/officeDocument/2006/relationships/notesMaster" Target="/ppt/notesMasters/notesMaster1.xml" Id="R4a1246b904f44c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4cb52d118b41c4" /><Relationship Type="http://schemas.openxmlformats.org/officeDocument/2006/relationships/notesMaster" Target="/ppt/notesMasters/notesMaster1.xml" Id="Rbea24515e18046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0c39d62eb546c7" /><Relationship Type="http://schemas.openxmlformats.org/officeDocument/2006/relationships/notesMaster" Target="/ppt/notesMasters/notesMaster1.xml" Id="Rd861cebf808148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cc8edde70d4c59" /><Relationship Type="http://schemas.openxmlformats.org/officeDocument/2006/relationships/notesMaster" Target="/ppt/notesMasters/notesMaster1.xml" Id="R775177b048584f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b26c9539dc4ffb" /><Relationship Type="http://schemas.openxmlformats.org/officeDocument/2006/relationships/notesMaster" Target="/ppt/notesMasters/notesMaster1.xml" Id="R96f6432dd10c42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2880cd29db4981" /><Relationship Type="http://schemas.openxmlformats.org/officeDocument/2006/relationships/notesMaster" Target="/ppt/notesMasters/notesMaster1.xml" Id="Rff84a57ee8d94c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d4d7782df8447d" /><Relationship Type="http://schemas.openxmlformats.org/officeDocument/2006/relationships/notesMaster" Target="/ppt/notesMasters/notesMaster1.xml" Id="R47433955cd9945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fdbe5c07834446" /><Relationship Type="http://schemas.openxmlformats.org/officeDocument/2006/relationships/notesMaster" Target="/ppt/notesMasters/notesMaster1.xml" Id="R8df86fd6332842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4f82bdcaea41ff" /><Relationship Type="http://schemas.openxmlformats.org/officeDocument/2006/relationships/notesMaster" Target="/ppt/notesMasters/notesMaster1.xml" Id="Ra066313da92f4b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9f158392834162" /><Relationship Type="http://schemas.openxmlformats.org/officeDocument/2006/relationships/notesMaster" Target="/ppt/notesMasters/notesMaster1.xml" Id="Rce011582725941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80fa97033b4851" /><Relationship Type="http://schemas.openxmlformats.org/officeDocument/2006/relationships/notesMaster" Target="/ppt/notesMasters/notesMaster1.xml" Id="R0f964a35c8bd4b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a0a333c8914d3c" /><Relationship Type="http://schemas.openxmlformats.org/officeDocument/2006/relationships/notesMaster" Target="/ppt/notesMasters/notesMaster1.xml" Id="R54eeda3bb85e4a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d2a6094dff4003" /><Relationship Type="http://schemas.openxmlformats.org/officeDocument/2006/relationships/notesMaster" Target="/ppt/notesMasters/notesMaster1.xml" Id="R881de8278cd943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a54d67618a84294" /><Relationship Type="http://schemas.openxmlformats.org/officeDocument/2006/relationships/notesMaster" Target="/ppt/notesMasters/notesMaster1.xml" Id="R1b8752c9cd88406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71a6fdcaea4b31" /><Relationship Type="http://schemas.openxmlformats.org/officeDocument/2006/relationships/notesMaster" Target="/ppt/notesMasters/notesMaster1.xml" Id="Rb0f9b4fa0da846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cf9a839fef414b" /><Relationship Type="http://schemas.openxmlformats.org/officeDocument/2006/relationships/notesMaster" Target="/ppt/notesMasters/notesMaster1.xml" Id="Rf0724ef1429941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70c77d2c2e4c9d" /><Relationship Type="http://schemas.openxmlformats.org/officeDocument/2006/relationships/notesMaster" Target="/ppt/notesMasters/notesMaster1.xml" Id="Rdc8d0a0a225a47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1f20ae512fc476e" /><Relationship Type="http://schemas.openxmlformats.org/officeDocument/2006/relationships/notesMaster" Target="/ppt/notesMasters/notesMaster1.xml" Id="R75169abeef0d4d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f43cd0e5ff94af9" /><Relationship Type="http://schemas.openxmlformats.org/officeDocument/2006/relationships/notesMaster" Target="/ppt/notesMasters/notesMaster1.xml" Id="Rdec3dd391ed947f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799966379c4a62" /><Relationship Type="http://schemas.openxmlformats.org/officeDocument/2006/relationships/notesMaster" Target="/ppt/notesMasters/notesMaster1.xml" Id="R24b5c7409bac424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ec6217d01448fa" /><Relationship Type="http://schemas.openxmlformats.org/officeDocument/2006/relationships/notesMaster" Target="/ppt/notesMasters/notesMaster1.xml" Id="R903dd6d6861f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各位评委好，我带来的是 Pocket Earth on Injective。它从一张私人记忆地图出发，成长为一套空间 Agent 平台：私人生活留在自己的地球，公共身份与知识版次由 Injective 见证，Frost 再把经过验证的世界带到房间里的实体终端。开场时直接指向手机界面与桌面真机。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我们每天都在记录，可这些记录散在相册、书单、片单、日历和地图里。另一边，公共内容生产越来越快，重复、误读和版本漂移一起增加。Pocket Earth 把两类问题放在同一颗地球上：私人侧重建上下文，公共侧建立证据。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英国数学家克莱夫·洪比把数据比作石油：原料有价值，经过提炼才真正可用。Pocket Earth 的公共知识层做的就是这次提炼。Agent 找到信号，核验流程守住来源与事实，人工批准后生成可下载版次，再把版次根交给 Injective 留下公开时间证据。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很多时候，我们想不起标题，却记得它发生在哪里。Pocket Earth 因此把地理坐标当作主键：缩放到世界，是轻量信号；靠近城市，照片、书影音、行程和公共知识会展开成可读卡片。空间语言连接了私人记忆与公共知识。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的灵感来自《趁生命气息逗留》中一台努力理解人类的机器。这个来源与产品功能恰好重合：它通过书影音、照片、行程和公开知识逐步理解一个人。统一轮廓保证识别度，记忆生成的细节带来归属感，同一角色也真正住进了硬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这是一条完整的用户旅程。用户拍下一张票根，端侧先识别并处理敏感信息；Frost 给出地点建议，用户确认后才写入地图。同一座城里的书、电影、音乐、照片和行程逐步汇聚，形成长期空间记忆。公开 Agent 随后可以在 Public Earth 获取经过验证的知识，Frost Edge Node 再把这些公开见闻带回房间。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手机端保留三个主入口。Photos 用时间、日历和杂志回望照片；中间的 Earth 在私人知识地图与公共地球之间切换；Agents 承载 Frost Harness、领域 Agent、Forge 和 Plaza。三个入口共享同一套空间对象和长期记忆，任何经过确认的结果最终都会回到用户自己的地球。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这张图是整个产品的边界。私人空间层在端侧组织人生；公共 Agent 层承载公开身份与关系；公共知识层把真实信号做成可下载版次；实体层让公开事件进入现实房间。我们的原则很简单：渲染在端上，内容在包里，指纹在 Injective。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 Earth 最早解决的是个人记忆。很多时候，我们忘了标题和日期，却记得那本书在哪读完、那首歌在哪听见。Frost 把书影音、照片、行程和心情组织到地理坐标上。自动化只负责给建议，用户确认后才落点；敏感原文和精确位置继续留在端侧。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把短期上下文和长期画像分开管理。工作记忆服务当前任务，让连续对话保持连贯；长期层只沉淀作者、导演、流派和城市等结构化偏好。原始照片、票据、心情原文与精确坐标优先留在端侧。memoryRouter 会根据任务选择最少上下文，让 Frost 越用越懂用户，也让调用成本和隐私暴露保持可控。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的核心是一套 Harness。总 Frost 判断任务，再把对象交给专业 Agent；每个 Agent 只拿到必要工具，并在隔离上下文里运行。Boundary 校验权限、字段、地点和预算，RunTrace 记录实际调用与降级路径。这样，Agent 的能力可以扩展，边界仍然清楚。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用户可以用一句话描述想要的空间或知识能力。Agent Forge 把需求编译成声明式 manifest，reviewManifest 检查工具、URL 和权限，合格后发布到 Agent Plaza。用户明确安装，再由白名单 skill 运行。这个广场聚焦知识管理、公共核验、内容创作和空间体验。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Earth 是公开 Agent 与知识的空间入口。地图、缩放、便签和详情都在手机端运行，浏览过程保持轻快。Injective 记录需要长期核对的最小事实。三个子视图分开承载知识地图、知识详情和身份卡，让产品结构清楚，也把链上成本控制在稳定范围。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在公共地球上有一组公开身份。#43 是核心角色，#44 到 #47 分别承载文学、电影、爵士和极光等公开兴趣。每张卡都对应 agentId、象征门牌、cardHash 和 revision。统一轮廓让 Frost 跨 App、地图和硬件保持可识别，个体细节来自用户主动公开的标签。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自动找新闻采用一个共享 Harness 和八个领域配置 Agent。各领域只声明来源、关键词和时效，发现、去重、预算、证据、评分与审计由同一内核负责。这样既保留专业差异，也避免复制八套代码；单个领域出现来源问题时，整轮日更仍能继续。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每天北京时间八点十分，worker 自动发现、去重、取直接来源，并让调查方和质疑方交叉检查。所有候选先进入七日热缓存，保留失败原因和运行轨迹。人工批准后才形成长期版次并提交 Injective。七天之后，完整工作过程清理，经过批准的知识和证明继续保留。自动发现可以无人值守，公开承诺始终保留人工确认。当前使用原子 JSON 与目录分层保存，不把它说成传统数据库。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每条批准记录都会生成 recordHash，并成为当天 Merkle 树的一片叶子。资源包保存正文、来源和 inclusion proof；Injective 只保存 editionRoot 与 revision。任何客户端都能重新计算 recordHash、沿 proof 得到根，再读取 Injective 上的同日版本完成比较。修订会产生新 revision，旧根继续可查。这里说的是每日知识版次，不是另外造一条链，也不把正文写进链上。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会受模型、来源和上下文影响，所以它需要一组稳定的公开锚点。我们在 Injective 上固定四类事实：ERC-8004 回答身份，PublicEarthRegistry 记录象征门牌，DailyKnowledgeChronicle 记录每日版次与修订，SocialHandshake 记录公开分身之间的相遇。Injective 让这些事实可以跨客户端核对。链上只保存公开、最小、可验证的事实。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这里展示的是当前真实测试网证据。Frost 已有 #43 到 #47 五个身份，PublicEarthRegistry 有五个象征门牌，#43 与 #44 完成了一次 score 88 的公开握手，DailyKnowledgeChronicle 已记录 20260717 的 revision 2。每一项都能从产品继续点到 API、事件、合约和 Blockscout。完整地址放在备份页，主屏只保留易读的短地址和事实。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Azure 位于模型基础设施这一层。端侧先处理意图、检索和隐私敏感任务，统一 provider adapter 再把需要云端推理的请求交给 Microsoft Foundry Model Router。它提供一个部署入口，并按任务选择合适模型。RunTrace 记录实际 provider、model、耗时和降级原因。真实请求通过严格验收后，我们再展示 2xx 与 request ID。当前已完成 provider adapter、离线契约验证和严格真实请求脚本；赛前配置真实账号、endpoint、deployment 与 key 后运行 strict live。Microsoft 官方说明：https://learn.microsoft.com/en-us/azure/foundry/openai/how-to/model-router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这一页请直接指向台上的 Frost Edge Node。它由 Raspberry Pi 5 和 Whisplay HAT 组成，包含 240×280 屏幕、RGB 灯、按键、麦克风和扬声器。公开身份、知识版次和链上见闻可以出现在屏幕上，RGB 表达运行状态，本地 TTS 负责播报，网络不可用时可降级到离线语音，手机镜像让现场观众看清小屏。白天，Frost 以链上身份去公共地球；夜里，它把经过验证的世界带回房间。本页只展示当前实体原型与真实软件能力，不讨论量产、收藏或硬件销售。现场保持静音，明确触发后再播放声音。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事件桥坚持只读和最小权限。服务端先实时读取 Injective 上的公开证据，再按照白名单生成 JSONL 事件；token 控制设备读取 feed，cursor 防止历史事件重播。树莓派适配器只接受 state、display 和 tts 三类动作，speak 内容由服务端模板生成，设备不会把任意链上文本直接念出来。设备端没有私钥、钱包签名、私人画像、照片原图和精确位置。软件、链上与硬件通过事件合同解耦，网络、模型或设备任一侧异常时都能独立回退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侧启动器把三个项目放在同一级：日落电台、口袋播客和地球答案。手势统一为单击移动、长按一秒二进入、快速双击返回。日落电台包含歌曲目录、日落时刻和随机骰子；口袋播客把当日知识版次组织成可听内容，同时保留文字模式；地球答案每天零点解锁一条经过审阅的行动提示，只能回看过去。静默首页显示时间、日期和连接状态。现场默认静音，只有明确进入播报才触发声音。自动生成长期播客语感仍在持续完善，决赛展示使用已经准备和核验的真实版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现场演示用五十五秒走完一条公开知识路径：先从公共地球打开真实新闻卡，展开来源与核验路径；读取 recordHash、Merkle proof 和当日 revision；在 Blockscout 核对 DailyKnowledgeChronicle 的成功交易；再读取 Frost 的公开身份并触发受控事件，Edge Node 的屏幕与 RGB 给出反馈，最后用手机镜像放大同一画面。现场网络或设备状态不稳定时，立即切换已经准备的离线证据与备份录像，清楚说明这是同一条端到端路径的录制证据。不要临场宣称尚未完成的实时联调结果。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 Earth 最终形成三层体验：私人地球保存个人空间记忆，公共地球让知识 Agent 和公开身份形成一个可以复核的世界，Frost Edge Node 把公开见闻带回房间。它的价值可以归纳为三个词：Space，让记忆和知识回到真实地点；Trust，让身份、门牌和版次能够在 Injective 上公开复核；Presence，让同一个 Frost 从 App、公共地球和身份卡延伸到实体设备。最后一句请放慢速度：口袋地球装记忆，公共地球住分身。谢谢。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Microsoft Azure 的接入边界。Pocket Earth 已经完成统一 provider adapter 和离线合同测试，Model Router 可以作为单一模型部署入口，按任务、时延预算和质量要求选择合适模型。真正上线时，我们用严格证据门验收：必须获得真实 HTTP 2xx、实际 deployment 和 model 信息、真实返回内容，以及可追踪的 Azure request ID。RunTrace 记录 provider、deployment、model、latency、retry 与 fallback。当前账号的 endpoint、deployment 和 key 仍需配置，因此现场只展示已经完成的适配器和合同测试，不把尚未发生的真实 Azure 请求写成完成。配置账号后，我们会立刻跑同一套 strict live verify。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请在这一页把 Frost Edge Node 举起来。左侧是真机照片，右侧是软件端地球答案；它们采用同一套每日仪式与界面语言。Frost 的统一轮廓和个人细节会同时出现在 App、公共地球、身份卡和实体设备中；这让形象承担产品入口，而不只承担装饰。设备使用 Raspberry Pi 5 与 Whisplay HAT，包含屏幕、RGB、按键、麦克风和扬声器，本地 TTS、离线回退与手机镜像已经纳入演示链路。硬件的价值来自身份和访问权：同一个 Frost 可以把公开知识、每日答案和夜间见闻带回房间。本周展示实体原型与真实界面，现场保持静音，不承诺量产、限量或收藏属性。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Launcher 把日落电台、口袋播客和地球答案放在 home pi 下的三个平行目录里，用户不会落入厂商 Bluetooth、Wi-Fi 或示例 App。按键规则统一为单击移动、长按一秒二进入、快速双击返回。日落电台提供歌曲目录、日落时刻和随机骰子；口袋播客支持播客模式、文字模式与最后有效缓存；地球答案每天零点解锁，只允许回看过去。软件端提供对应入口：公共 Agents 可以进入口袋播客，私人 Agent 可以进入地球答案。三个应用结构解耦，一个应用退出或异常不会影响其他应用。现场默认静音。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口袋播客的软件端与树莓派读取同一份每日数据。服务器每天编排 podcast v1，端侧 timer 在八点二十分拉取；validator 检查 schema、ready 状态、标题、段落以及每段至少两个来源，通过后使用 atomic write 更新缓存。同步失败时继续使用最后一份有效缓存，不会用半份文件覆盖可用版本。文字模式保留来源、Truth Score 与 recordHash，播客模式负责顺序收听和前后切换，树莓派只负责同步与呈现，不在端侧重新总结。完整新闻保留七天，入选记录与版次根进入长期精选层。现场使用 FROST_DISABLE_TTS 等于一做静默验收，不会播放声音。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事件桥的安全边界由事件合同固定。设备只接收 state、display 和 tts 三类动作，以及必要的公开链接。可以显示的字段包括公开 agentId、revision 与 edition root；可以播报的 speak 文本必须由服务端模板生成。设备永远接收不到钱包私钥、签名权限、私人画像、照片原图、完整对话、现实住址和精确个人坐标，也不会把任意链上文本直接送入扬声器。Bearer token 控制 feed 读取，cursor 防止同一事件重复播报。这样，软件、Injective 与硬件保持解耦，服务器、网络或设备任何一侧异常时都能独立回退。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我先打开一条真实新闻卡，进入全文并查看原始来源；接着进入核验页，看到 recordHash 和 Merkle proof。客户端重算得到的根与 Injective 上 revision 2 的 editionRoot 一致。Frost #43 读取这条公开事件，请看桌面：LED 改色，小屏出现标题和版次，TTS 读出见闻，手机镜像同步显示。演示前已经预加载知识卡、proof 与 Frost #43；若现场网络异常，会立即切换离线 pack、静态 Blockscout 和真实联调录屏。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 Earth 把私人记忆和公共知识都放回空间；Injective 让身份、门牌、版次与公开事件拥有可核对的时间证据；Frost Edge Node 再把这些事实带回现实房间。空间留在 Pocket Earth，时间由 Injective 见证。谢谢各位评委。最后一句说完停顿两秒，进入问答。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ba7222bb3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0a76d2da7d4c3d" /><Relationship Type="http://schemas.openxmlformats.org/officeDocument/2006/relationships/slideLayout" Target="/ppt/slideLayouts/slideLayout1.xml" Id="R82c80c721298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80c721298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034c0bbdc459c" /><Relationship Type="http://schemas.openxmlformats.org/officeDocument/2006/relationships/image" Target="/ppt/media/image.png" Id="Rb8dfb2b24d58425e" /><Relationship Type="http://schemas.openxmlformats.org/officeDocument/2006/relationships/notesSlide" Target="/ppt/notesSlides/notesSlide1.xml" Id="Rfa9a4734ab0741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d74d694fb41b5" /><Relationship Type="http://schemas.openxmlformats.org/officeDocument/2006/relationships/image" Target="/ppt/media/image2.png" Id="Ra8a923fd34fe4504" /><Relationship Type="http://schemas.openxmlformats.org/officeDocument/2006/relationships/notesSlide" Target="/ppt/notesSlides/notesSlide2.xml" Id="Re81f7f98d21549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0c880d0bc4bbb" /><Relationship Type="http://schemas.openxmlformats.org/officeDocument/2006/relationships/image" Target="/ppt/media/image3.png" Id="R2e7902c8b4334578" /><Relationship Type="http://schemas.openxmlformats.org/officeDocument/2006/relationships/notesSlide" Target="/ppt/notesSlides/notesSlide3.xml" Id="Rc7606187e1e2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bcc1a72854950" /><Relationship Type="http://schemas.openxmlformats.org/officeDocument/2006/relationships/image" Target="/ppt/media/image4.png" Id="Rc6c7d3b968544108" /><Relationship Type="http://schemas.openxmlformats.org/officeDocument/2006/relationships/notesSlide" Target="/ppt/notesSlides/notesSlide4.xml" Id="Rc5b6564990fb46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d2832d0684a21" /><Relationship Type="http://schemas.openxmlformats.org/officeDocument/2006/relationships/image" Target="/ppt/media/image5.png" Id="Rd4b809ca84a3458b" /><Relationship Type="http://schemas.openxmlformats.org/officeDocument/2006/relationships/notesSlide" Target="/ppt/notesSlides/notesSlide5.xml" Id="Ra37ea1b52eef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d713264c1444d" /><Relationship Type="http://schemas.openxmlformats.org/officeDocument/2006/relationships/image" Target="/ppt/media/image6.png" Id="Rcbe9e5df845643fc" /><Relationship Type="http://schemas.openxmlformats.org/officeDocument/2006/relationships/notesSlide" Target="/ppt/notesSlides/notesSlide6.xml" Id="R5b91cae2dcde45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ae2b6ca904b71" /><Relationship Type="http://schemas.openxmlformats.org/officeDocument/2006/relationships/image" Target="/ppt/media/image7.png" Id="Rb0e0bb0303404ccc" /><Relationship Type="http://schemas.openxmlformats.org/officeDocument/2006/relationships/notesSlide" Target="/ppt/notesSlides/notesSlide7.xml" Id="Rba72ae06dc9341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52f23d14c45b9" /><Relationship Type="http://schemas.openxmlformats.org/officeDocument/2006/relationships/image" Target="/ppt/media/image8.png" Id="Rc3d0fe65e2224199" /><Relationship Type="http://schemas.openxmlformats.org/officeDocument/2006/relationships/notesSlide" Target="/ppt/notesSlides/notesSlide8.xml" Id="R62e33b7024c840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370711fb2471a" /><Relationship Type="http://schemas.openxmlformats.org/officeDocument/2006/relationships/image" Target="/ppt/media/image9.png" Id="R9e021d43719f49fc" /><Relationship Type="http://schemas.openxmlformats.org/officeDocument/2006/relationships/notesSlide" Target="/ppt/notesSlides/notesSlide9.xml" Id="Reea49743686d48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21871259843f5" /><Relationship Type="http://schemas.openxmlformats.org/officeDocument/2006/relationships/image" Target="/ppt/media/image10.png" Id="R9b2402313a2045ee" /><Relationship Type="http://schemas.openxmlformats.org/officeDocument/2006/relationships/notesSlide" Target="/ppt/notesSlides/notesSlide10.xml" Id="Rdbcbab2bee3246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da07de5934932" /><Relationship Type="http://schemas.openxmlformats.org/officeDocument/2006/relationships/image" Target="/ppt/media/image11.png" Id="R2b5b2142942d4478" /><Relationship Type="http://schemas.openxmlformats.org/officeDocument/2006/relationships/notesSlide" Target="/ppt/notesSlides/notesSlide11.xml" Id="R9ac4d845075a4b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b644198ec408e" /><Relationship Type="http://schemas.openxmlformats.org/officeDocument/2006/relationships/image" Target="/ppt/media/image12.png" Id="R1f37253ddb53440d" /><Relationship Type="http://schemas.openxmlformats.org/officeDocument/2006/relationships/notesSlide" Target="/ppt/notesSlides/notesSlide12.xml" Id="Rd5657ee77ca04d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7bf2f7a854892" /><Relationship Type="http://schemas.openxmlformats.org/officeDocument/2006/relationships/image" Target="/ppt/media/image13.png" Id="R63246a5d8a8a4e4d" /><Relationship Type="http://schemas.openxmlformats.org/officeDocument/2006/relationships/notesSlide" Target="/ppt/notesSlides/notesSlide13.xml" Id="R6e34b16fd3424f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b35a359a42a6" /><Relationship Type="http://schemas.openxmlformats.org/officeDocument/2006/relationships/image" Target="/ppt/media/image14.png" Id="R4121bea63598490a" /><Relationship Type="http://schemas.openxmlformats.org/officeDocument/2006/relationships/notesSlide" Target="/ppt/notesSlides/notesSlide14.xml" Id="Rde33d13f996c4f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0888dbfe74ffc" /><Relationship Type="http://schemas.openxmlformats.org/officeDocument/2006/relationships/image" Target="/ppt/media/image15.png" Id="Rcb303ba4216a4660" /><Relationship Type="http://schemas.openxmlformats.org/officeDocument/2006/relationships/notesSlide" Target="/ppt/notesSlides/notesSlide15.xml" Id="R1c1b8a62bae247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50f7ca2bc410d" /><Relationship Type="http://schemas.openxmlformats.org/officeDocument/2006/relationships/image" Target="/ppt/media/image16.png" Id="R4f363fb015844e63" /><Relationship Type="http://schemas.openxmlformats.org/officeDocument/2006/relationships/notesSlide" Target="/ppt/notesSlides/notesSlide16.xml" Id="Rb6dd4ef92f3141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5d6f54a624c4a" /><Relationship Type="http://schemas.openxmlformats.org/officeDocument/2006/relationships/image" Target="/ppt/media/image17.png" Id="Rbf0a52e8ee50441b" /><Relationship Type="http://schemas.openxmlformats.org/officeDocument/2006/relationships/notesSlide" Target="/ppt/notesSlides/notesSlide17.xml" Id="Rac3ec5cf2eb141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c5ce4b91e42b8" /><Relationship Type="http://schemas.openxmlformats.org/officeDocument/2006/relationships/image" Target="/ppt/media/image18.png" Id="R04fdb51f471845e0" /><Relationship Type="http://schemas.openxmlformats.org/officeDocument/2006/relationships/notesSlide" Target="/ppt/notesSlides/notesSlide18.xml" Id="R422836c6116a47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50f07ec104626" /><Relationship Type="http://schemas.openxmlformats.org/officeDocument/2006/relationships/image" Target="/ppt/media/image19.png" Id="Rc5c3aab214c840e8" /><Relationship Type="http://schemas.openxmlformats.org/officeDocument/2006/relationships/notesSlide" Target="/ppt/notesSlides/notesSlide19.xml" Id="R1baa2efc2d3349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ef7542b4b4508" /><Relationship Type="http://schemas.openxmlformats.org/officeDocument/2006/relationships/image" Target="/ppt/media/image20.png" Id="R74aaa726dd6d4fa1" /><Relationship Type="http://schemas.openxmlformats.org/officeDocument/2006/relationships/notesSlide" Target="/ppt/notesSlides/notesSlide20.xml" Id="R57414173575648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e106c383a47a9" /><Relationship Type="http://schemas.openxmlformats.org/officeDocument/2006/relationships/image" Target="/ppt/media/image21.png" Id="Rda9e067ef6454bd2" /><Relationship Type="http://schemas.openxmlformats.org/officeDocument/2006/relationships/notesSlide" Target="/ppt/notesSlides/notesSlide21.xml" Id="R933a319f9dda48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0e1577a5740ce" /><Relationship Type="http://schemas.openxmlformats.org/officeDocument/2006/relationships/image" Target="/ppt/media/image22.png" Id="Rd856e7cdbee74bd1" /><Relationship Type="http://schemas.openxmlformats.org/officeDocument/2006/relationships/notesSlide" Target="/ppt/notesSlides/notesSlide22.xml" Id="R3c7a705ab0a34f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7364658424a09" /><Relationship Type="http://schemas.openxmlformats.org/officeDocument/2006/relationships/image" Target="/ppt/media/image23.png" Id="R04bd30163acc41e3" /><Relationship Type="http://schemas.openxmlformats.org/officeDocument/2006/relationships/notesSlide" Target="/ppt/notesSlides/notesSlide23.xml" Id="Rd71c0c64a99841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efe652f4c40b1" /><Relationship Type="http://schemas.openxmlformats.org/officeDocument/2006/relationships/image" Target="/ppt/media/image24.png" Id="Ra729cf6eb40c4662" /><Relationship Type="http://schemas.openxmlformats.org/officeDocument/2006/relationships/notesSlide" Target="/ppt/notesSlides/notesSlide24.xml" Id="R99adcb65216e4f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7b0bca36b419b" /><Relationship Type="http://schemas.openxmlformats.org/officeDocument/2006/relationships/image" Target="/ppt/media/image25.png" Id="R45a62622a6b6469e" /><Relationship Type="http://schemas.openxmlformats.org/officeDocument/2006/relationships/notesSlide" Target="/ppt/notesSlides/notesSlide25.xml" Id="R0d851fa01ffa45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f125449c24247" /><Relationship Type="http://schemas.openxmlformats.org/officeDocument/2006/relationships/image" Target="/ppt/media/image26.png" Id="R706a6c83294546d0" /><Relationship Type="http://schemas.openxmlformats.org/officeDocument/2006/relationships/notesSlide" Target="/ppt/notesSlides/notesSlide26.xml" Id="R22ad050675c84f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79467d2254d12" /><Relationship Type="http://schemas.openxmlformats.org/officeDocument/2006/relationships/image" Target="/ppt/media/image27.png" Id="R79d8ad879a1b48ce" /><Relationship Type="http://schemas.openxmlformats.org/officeDocument/2006/relationships/notesSlide" Target="/ppt/notesSlides/notesSlide27.xml" Id="R37829ca82e904f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d0d014f9d4d79" /><Relationship Type="http://schemas.openxmlformats.org/officeDocument/2006/relationships/image" Target="/ppt/media/image28.png" Id="Rb89598be390f4a43" /><Relationship Type="http://schemas.openxmlformats.org/officeDocument/2006/relationships/notesSlide" Target="/ppt/notesSlides/notesSlide28.xml" Id="R211afdc9d53844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999523421457a" /><Relationship Type="http://schemas.openxmlformats.org/officeDocument/2006/relationships/image" Target="/ppt/media/image29.png" Id="Rfebd28baa69440e2" /><Relationship Type="http://schemas.openxmlformats.org/officeDocument/2006/relationships/notesSlide" Target="/ppt/notesSlides/notesSlide29.xml" Id="R7fa3cb4a65a44f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4fc82a7e24bcb" /><Relationship Type="http://schemas.openxmlformats.org/officeDocument/2006/relationships/image" Target="/ppt/media/image30.png" Id="R35afd6a271644fb3" /><Relationship Type="http://schemas.openxmlformats.org/officeDocument/2006/relationships/notesSlide" Target="/ppt/notesSlides/notesSlide30.xml" Id="R6fa6d3bb36dd401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3d3ad99ea4fe5" /><Relationship Type="http://schemas.openxmlformats.org/officeDocument/2006/relationships/image" Target="/ppt/media/image31.png" Id="R86ebb4d9e0064685" /><Relationship Type="http://schemas.openxmlformats.org/officeDocument/2006/relationships/notesSlide" Target="/ppt/notesSlides/notesSlide31.xml" Id="R518f9ae240224d8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6c02e712244da" /><Relationship Type="http://schemas.openxmlformats.org/officeDocument/2006/relationships/image" Target="/ppt/media/image32.png" Id="Rbf4127eb457d4aec" /><Relationship Type="http://schemas.openxmlformats.org/officeDocument/2006/relationships/notesSlide" Target="/ppt/notesSlides/notesSlide32.xml" Id="R98f350af3cc1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fb2b24d5842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23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923fd34fe45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38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902c8b43345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27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7d3b9685441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84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809ca84a345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65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9e5df845643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48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0bb0303404c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58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0fe65e22241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18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21d43719f49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93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402313a2045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5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b2142942d44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78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7253ddb5344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122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46a5d8a8a4e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28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1bea6359849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9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03ba4216a46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43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63fb015844e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80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a52e8ee5044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396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db51f471845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0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3aab214c840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222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aa726dd6d4f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324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e067ef6454b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6e7cdbee74b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927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d30163acc41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999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9cf6eb40c46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89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62622a6b646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309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6c83294546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920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8ad879a1b48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567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598be390f4a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379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d28baa69440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988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fd6a271644f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348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bb4d9e00646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231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127eb457d4a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29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2026-07-19T17:52:42.2620000Z</dcterms:created>
  <dcterms:modified xsi:type="dcterms:W3CDTF">2026-07-19T17:52:42.2620000Z</dcterms:modified>
</coreProperties>
</file>