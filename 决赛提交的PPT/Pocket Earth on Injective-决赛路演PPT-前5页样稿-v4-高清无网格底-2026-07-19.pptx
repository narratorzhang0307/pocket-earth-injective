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cd1cfcd4db4cb5" /><Relationship Type="http://schemas.openxmlformats.org/officeDocument/2006/relationships/extended-properties" Target="/docProps/app.xml" Id="Rc6c6d9eab7104a87" /><Relationship Type="http://schemas.openxmlformats.org/officeDocument/2006/relationships/officeDocument" Target="/ppt/presentation.xml" Id="Rb509dd9f299f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398e246a4487b"/>
  </p:sldMasterIdLst>
  <p:notesMasterIdLst>
    <p:notesMasterId xmlns:r="http://schemas.openxmlformats.org/officeDocument/2006/relationships" r:id="R3dbdf62797594169"/>
  </p:notesMasterIdLst>
  <p:sldIdLst>
    <p:sldId xmlns:r="http://schemas.openxmlformats.org/officeDocument/2006/relationships" id="256" r:id="Ref0cd346486f4ef6"/>
    <p:sldId xmlns:r="http://schemas.openxmlformats.org/officeDocument/2006/relationships" id="257" r:id="R3a9cdbe49c024f90"/>
    <p:sldId xmlns:r="http://schemas.openxmlformats.org/officeDocument/2006/relationships" id="258" r:id="Re779a03b06f34bea"/>
    <p:sldId xmlns:r="http://schemas.openxmlformats.org/officeDocument/2006/relationships" id="259" r:id="R09eb6c693e574451"/>
    <p:sldId xmlns:r="http://schemas.openxmlformats.org/officeDocument/2006/relationships" id="260" r:id="R871e5e230d9b47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6fd1251d441f5" /><Relationship Type="http://schemas.openxmlformats.org/officeDocument/2006/relationships/slideMaster" Target="/ppt/slideMasters/slideMaster1.xml" Id="R366398e246a4487b" /><Relationship Type="http://schemas.openxmlformats.org/officeDocument/2006/relationships/notesMaster" Target="/ppt/notesMasters/notesMaster1.xml" Id="R3dbdf62797594169" /><Relationship Type="http://schemas.openxmlformats.org/officeDocument/2006/relationships/presProps" Target="/ppt/presProps.xml" Id="R889190b65ef047a9" /><Relationship Type="http://schemas.openxmlformats.org/officeDocument/2006/relationships/tableStyles" Target="/ppt/tableStyles.xml" Id="R97e1cec024304b04" /><Relationship Type="http://schemas.openxmlformats.org/officeDocument/2006/relationships/slide" Target="/ppt/slides/slide1.xml" Id="Ref0cd346486f4ef6" /><Relationship Type="http://schemas.openxmlformats.org/officeDocument/2006/relationships/slide" Target="/ppt/slides/slide2.xml" Id="R3a9cdbe49c024f90" /><Relationship Type="http://schemas.openxmlformats.org/officeDocument/2006/relationships/slide" Target="/ppt/slides/slide3.xml" Id="Re779a03b06f34bea" /><Relationship Type="http://schemas.openxmlformats.org/officeDocument/2006/relationships/slide" Target="/ppt/slides/slide4.xml" Id="R09eb6c693e574451" /><Relationship Type="http://schemas.openxmlformats.org/officeDocument/2006/relationships/slide" Target="/ppt/slides/slide5.xml" Id="R871e5e230d9b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e4ff51e0f542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269b8af3b241a1" /><Relationship Type="http://schemas.openxmlformats.org/officeDocument/2006/relationships/notesMaster" Target="/ppt/notesMasters/notesMaster1.xml" Id="R0d120c917a0f4f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011da14fcc429c" /><Relationship Type="http://schemas.openxmlformats.org/officeDocument/2006/relationships/notesMaster" Target="/ppt/notesMasters/notesMaster1.xml" Id="Re28b580dec4147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8389bb8ac49f5" /><Relationship Type="http://schemas.openxmlformats.org/officeDocument/2006/relationships/notesMaster" Target="/ppt/notesMasters/notesMaster1.xml" Id="R1e670fc451df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519a9b90514488" /><Relationship Type="http://schemas.openxmlformats.org/officeDocument/2006/relationships/notesMaster" Target="/ppt/notesMasters/notesMaster1.xml" Id="R592d89f35a2d47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668a6d0754790" /><Relationship Type="http://schemas.openxmlformats.org/officeDocument/2006/relationships/notesMaster" Target="/ppt/notesMasters/notesMaster1.xml" Id="R2d472ba1f725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0e7d2b3e4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ca31782454a3a" /><Relationship Type="http://schemas.openxmlformats.org/officeDocument/2006/relationships/slideLayout" Target="/ppt/slideLayouts/slideLayout1.xml" Id="Re4900001d9f6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00001d9f6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a22a785a4f05" /><Relationship Type="http://schemas.openxmlformats.org/officeDocument/2006/relationships/image" Target="/ppt/media/image.png" Id="R399dad896b0f4bc1" /><Relationship Type="http://schemas.openxmlformats.org/officeDocument/2006/relationships/image" Target="/ppt/media/image2.png" Id="R019e3c54b8cb4c25" /><Relationship Type="http://schemas.openxmlformats.org/officeDocument/2006/relationships/notesSlide" Target="/ppt/notesSlides/notesSlide1.xml" Id="Rdecfc7bda64a43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3ca143de045e2" /><Relationship Type="http://schemas.openxmlformats.org/officeDocument/2006/relationships/image" Target="/ppt/media/image3.png" Id="R38d30fa223194c08" /><Relationship Type="http://schemas.openxmlformats.org/officeDocument/2006/relationships/image" Target="/ppt/media/image4.png" Id="R66351647b6e34f70" /><Relationship Type="http://schemas.openxmlformats.org/officeDocument/2006/relationships/notesSlide" Target="/ppt/notesSlides/notesSlide2.xml" Id="Rcca736fe9552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3dcb299f94636" /><Relationship Type="http://schemas.openxmlformats.org/officeDocument/2006/relationships/notesSlide" Target="/ppt/notesSlides/notesSlide3.xml" Id="Rc88107172046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e1600f4984924" /><Relationship Type="http://schemas.openxmlformats.org/officeDocument/2006/relationships/image" Target="/ppt/media/image5.png" Id="R08739223dbf74b86" /><Relationship Type="http://schemas.openxmlformats.org/officeDocument/2006/relationships/image" Target="/ppt/media/image6.png" Id="Rc06b3f11ecf742ee" /><Relationship Type="http://schemas.openxmlformats.org/officeDocument/2006/relationships/notesSlide" Target="/ppt/notesSlides/notesSlide4.xml" Id="Rc87a3cc7fc2e44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d707f89354c14" /><Relationship Type="http://schemas.openxmlformats.org/officeDocument/2006/relationships/image" Target="/ppt/media/image7.png" Id="R96f3db8496524a8a" /><Relationship Type="http://schemas.openxmlformats.org/officeDocument/2006/relationships/image" Target="/ppt/media/image.jpeg" Id="R4870104a8275490e" /><Relationship Type="http://schemas.openxmlformats.org/officeDocument/2006/relationships/notesSlide" Target="/ppt/notesSlides/notesSlide5.xml" Id="R71969d15444e48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63E64-8891-4F49-A26E-368D8A7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27E0-6E08-4C82-8A35-9DE772E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38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CE3BA-358D-4FA4-B5D4-95D91F87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FINAL · POCKET EARTH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85DB9-01B7-4BC3-8166-99AE8EB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1918"/>
                </a:solidFill>
              </a:defRPr>
            </a:pPr>
            <a:r>
              <a:rPr sz="3675" b="1">
                <a:solidFill>
                  <a:srgbClr val="171918"/>
                </a:solidFill>
              </a:rPr>
              <a:t>Pocket Earth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31B22-E6F9-4694-8507-AA6228EE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5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A604F"/>
                </a:solidFill>
              </a:defRPr>
            </a:pPr>
            <a:r>
              <a:rPr sz="3525" b="1">
                <a:solidFill>
                  <a:srgbClr val="2A604F"/>
                </a:solidFill>
              </a:rPr>
              <a:t>on Injective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EDE99-A294-414E-89E6-96A034D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空间知识库 · 公共知识层</a:t>
            </a:r>
          </a:p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链上身份 · 实体 Frost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55558-E530-477D-8A33-BF9FF1E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9"/>
                </a:solidFill>
              </a:defRPr>
            </a:pPr>
            <a:r>
              <a:rPr sz="1275" b="0">
                <a:solidFill>
                  <a:srgbClr val="666D69"/>
                </a:solidFill>
              </a:rPr>
              <a:t>私人经历在端侧形成长期记忆；公共知识经过 Agent 核验，形成可下载、可复验的每日版次。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90F19-0D6A-44E2-97C8-9F8F3F4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6210C-369C-4E7D-A6FD-5939F32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1F7CE-A941-49E5-97D9-19ACBDC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身份与知识版次已经在 Injective 上留下证据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3B3E0-2455-4A27-A597-B867D7F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同一产品覆盖手机、Agent 网络、链上证明与树莓派实体终端。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7BDD2-B055-4F3A-AE95-23FCFE66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60EB3-9624-49CD-9515-53096EE9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01 / OPENING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D3483-9316-421A-B904-7A16E4A1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dad896b0f4bc1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3B04A-C27D-486D-B1E3-492C13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EFBF-C028-448F-8C17-4E68DC5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e3c54b8cb4c25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26489-64CE-4224-9FA6-32570265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31FCA-CCBB-481C-86D1-DA82529A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A2CAF-55B7-4F44-8605-91F6D53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PUBLIC EARTH · 知识信号回到地点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9279D-3227-4496-8922-2E12B6E4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C4097-9578-4A03-B79B-B0B9649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AGENT NETWORK · 8 领域发现 + 6 步核验</a:t>
            </a:r>
          </a:p>
        </p:txBody>
      </p:sp>
    </p:spTree>
    <p:extLst>
      <p:ext uri="{BB962C8B-B14F-4D97-AF65-F5344CB8AC3E}">
        <p14:creationId xmlns:p14="http://schemas.microsoft.com/office/powerpoint/2010/main" val="527731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930B4-666E-409B-8E6C-0B35CAC0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3017B-BD31-4E53-8F76-60CCA0A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98A96-8043-447C-A64A-D152BF0D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WHY NOW · 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718CA-FBC5-4991-9A74-C4A35EB3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52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AI 时代，同时丢失了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两件东西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9002B-60CE-448F-9CC3-F7ECEFE2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个人上下文，以及公共信息的可信度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5CF5A-5737-4B77-B87C-810E3D0F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B7B1E-AC19-44F7-A77C-926111C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个人知识散落在相册、地点与对话里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04228-DF19-4AF5-806E-D8137E6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1E57-A60B-4BA5-BAF5-829A072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公共信息高速增长，出处与版本难以复核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36B32-0353-4784-B1F4-2A76356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88FB2-0617-4A9E-A168-3C4E234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Agent 需要可追溯的输入、时间与发布边界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118AE-4053-40ED-AA82-DE7C09B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B3AA1-E16A-4BE8-BD0A-94216A0E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C2E0C-8DEE-41E8-A301-B3387AC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AI 时代不缺数据，缺的是可信知识。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0000B-D2F1-4007-9C14-262398E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一边重建人的长期上下文，一边保存公共知识的来源、证据和版本。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48851-1381-4792-83E3-138FB98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FE443-E8F0-40F6-BC06-941764D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02 / WHY 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53254-019F-4594-808D-0CD612C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30fa223194c08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EE99F-E35A-494E-B61F-8E491328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23738-0F06-4221-BBDF-F3A5899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51647b6e34f70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1A396-012C-43A3-9017-3C31705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A8D20-96AA-49EA-B60D-EE8A8E4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728E2-E5F3-4CB9-9FFF-0172606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PRIVATE MAP · 个人经历重新回到地点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C1629-6FA9-4F2B-9009-EECBE207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2735D-FCD0-40A5-B6EB-0D962EEB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KNOWLEDGE DETAIL · 从摘要展开证据与来源</a:t>
            </a:r>
          </a:p>
        </p:txBody>
      </p:sp>
    </p:spTree>
    <p:extLst>
      <p:ext uri="{BB962C8B-B14F-4D97-AF65-F5344CB8AC3E}">
        <p14:creationId xmlns:p14="http://schemas.microsoft.com/office/powerpoint/2010/main" val="1366139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3BB2AE-18F3-44C5-917E-44532706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75064-92F4-4626-A47A-AC8AFC4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3028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985D-3618-42C7-8632-4ED7B752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KNOWLEDGE REFINERY · 知识炼油厂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58E4-EF09-4994-AFFF-3373907A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171918"/>
                </a:solidFill>
              </a:defRPr>
            </a:pPr>
            <a:r>
              <a:rPr sz="3075" b="0">
                <a:solidFill>
                  <a:srgbClr val="171918"/>
                </a:solidFill>
              </a:rPr>
              <a:t>把信息炼成可验证知识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787CA-DC15-4ACC-8911-0F6B93CB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D69"/>
                </a:solidFill>
              </a:defRPr>
            </a:pPr>
            <a:r>
              <a:rPr sz="1350" b="0">
                <a:solidFill>
                  <a:srgbClr val="666D69"/>
                </a:solidFill>
              </a:rPr>
              <a:t>全球信号进入八个领域，六个角色完成事实核验，最终形成每日版次。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74393-193D-4D81-BAD1-CE7F71A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3276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FAE04-8725-4B83-A644-12A7C7C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00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“数据是新石油。数据有价值，</a:t>
            </a:r>
          </a:p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但未经提炼就不能使用。”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D7DE2-F0ED-4963-B2EA-3CAC8239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— Clive Humby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258A3-5225-4FEB-B817-DEACC39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D001C-0BC9-4557-8348-39981ED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Pocket Earth 保存筛选、核验后的知识版次，</a:t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同时保留原始来源与复验路径。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81BE1-3C7E-4BCE-8B8A-92DF4B0B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5E097-54DF-4CED-83F0-6DE045D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D5D4-63A5-437C-AD12-993B0F2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2DD"/>
                </a:solidFill>
              </a:defRPr>
            </a:pPr>
            <a:r>
              <a:rPr sz="1125" b="1">
                <a:solidFill>
                  <a:srgbClr val="2D62DD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EF2F7-5EE0-4141-9303-0E01D624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公开信号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2D4E0-A99E-46C3-8F57-6829E68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8 个领域 Agent 每日收集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7A3AB-AC2A-4E33-98BD-DD5B6A8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6ED9A-9F0A-4D9F-BF80-D79BA8A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FFD01-2967-4A55-940D-BF87225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CE4DB-9BB6-4F0D-AD4E-EEFAA1BB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C6DD"/>
                </a:solidFill>
              </a:defRPr>
            </a:pPr>
            <a:r>
              <a:rPr sz="1125" b="1">
                <a:solidFill>
                  <a:srgbClr val="18C6DD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6EBF3-0103-4383-8CA1-9202911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领域筛选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11412-E927-458F-B8C4-431D3A9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去重、分类、压缩上下文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82A61-B3A4-4FAC-89A7-99EDD9E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92FCA-1C27-4412-8549-530DF90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2AC05-047C-4A2F-91ED-604374C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E3D25-9B85-4E2A-8A5F-506B5D1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84A"/>
                </a:solidFill>
              </a:defRPr>
            </a:pPr>
            <a:r>
              <a:rPr sz="1125" b="1">
                <a:solidFill>
                  <a:srgbClr val="F4C84A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A24AA-6AE2-42A3-B2C7-9232585B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交叉核验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82078-3BEF-4FF8-AB2F-C319262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来源约束 + 人工发布闸门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11ECE-E008-4878-BDAC-6D808E0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A0308-6C91-4D08-AB66-11FF276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6FA6E-27D6-4C48-88EA-8BCEFE47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09213-223D-4A03-99B9-D49C2698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7E674-061D-4F46-8A5F-A4887447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每日版次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A3FD5A-1389-44C1-A514-E59A216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765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Merkle 根锚定 Injective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998F3-6AF9-4090-990C-0B1D7063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7562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1B750C-7E61-4348-A2CC-B15EAF3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知识冷热分层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B55E0A-FAED-45BB-BC37-A14885F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F"/>
          </a:solidFill>
          <a:ln xmlns:a="http://schemas.openxmlformats.org/drawingml/2006/main" w="9525">
            <a:solidFill>
              <a:srgbClr val="BDD1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688CCE-AC8C-42E0-B961-3DCDA93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767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62DD"/>
                </a:solidFill>
              </a:defRPr>
            </a:pPr>
            <a:r>
              <a:rPr sz="1200" b="1">
                <a:solidFill>
                  <a:srgbClr val="2D62DD"/>
                </a:solidFill>
              </a:rPr>
              <a:t>热区 · 7 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65F66-5787-4FB0-8487-8F49798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完整新闻与运行上下文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171B96-CBE9-4631-B24A-8A453A5E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00E8D6-9888-43EE-8D7A-C83BE03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D9C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556FD2-79FC-4982-8282-4F53A9DE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76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604F"/>
                </a:solidFill>
              </a:defRPr>
            </a:pPr>
            <a:r>
              <a:rPr sz="1200" b="1">
                <a:solidFill>
                  <a:srgbClr val="2A604F"/>
                </a:solidFill>
              </a:rPr>
              <a:t>长期层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1BC19F-102D-4D2B-831F-E814B40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3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核验条目、证明与版次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0872D0-7660-491F-8DB6-F70E004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FCA24E-9FB4-4996-8BCC-9B743A8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338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C1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554F3-45E1-401F-A62D-56C1049A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767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F70DC"/>
                </a:solidFill>
              </a:defRPr>
            </a:pPr>
            <a:r>
              <a:rPr sz="1200" b="1">
                <a:solidFill>
                  <a:srgbClr val="8F70DC"/>
                </a:solidFill>
              </a:rPr>
              <a:t>端侧私域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7657A8-F247-4AE8-8232-5392100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33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私人记忆不上链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600661-7B54-4874-B237-EAFAECB8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86400"/>
            <a:ext cx="11258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02822F-2657-4600-BDE7-DD3F906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内容留在链下，Merkle 根锚定 Injective：保留丰富性，也让任何人都能独立验真。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185307-F5AC-414C-84A6-C08D2EEA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C33419-28F8-422D-9F16-CFFA115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03 / KNOWLEDGE REFINERY</a:t>
            </a:r>
          </a:p>
        </p:txBody>
      </p:sp>
    </p:spTree>
    <p:extLst>
      <p:ext uri="{BB962C8B-B14F-4D97-AF65-F5344CB8AC3E}">
        <p14:creationId xmlns:p14="http://schemas.microsoft.com/office/powerpoint/2010/main" val="1557042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239DE-44EE-481B-BD98-039A9F6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75D1E-B7D5-40DE-BE11-538C70D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714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093C-F810-49A1-8E32-8688744D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47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EARTH · 公共知识层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8F8E-CB2A-4D26-9BE4-746A36E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把信息炼成一张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知识地图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F80A8-A6A9-4793-A407-DBACC8C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卡片负责发现，详情负责理解，版次负责验真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2F5F9-EC68-4F2A-8C15-AC554F2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3733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新闻信号以便签落回真实地点；点开后得到摘要、意义、来源与核验状态。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进入每日版次的条目可以下载资源包，在本地重新计算记录哈希、Merkle 路径与版次根。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CE681-ABD5-40F1-8D2C-850888D8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1627-CC97-419C-BC0D-974BA77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B12EC-2E22-4502-B9EF-581EF3B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渲染在端上，内容在包里，指纹在链上。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E2AE0-3EB7-44A3-B06A-CA02FB06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公共地球节省链上存储成本，同时保留可下载、可迁移、可复验的知识。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40C96-E7C2-457E-9E48-226F87ED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2D1FB-E699-4784-86D3-C7041C2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04 / PUBLIC KNOWLEDGE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A447C-6FA0-4D72-8ACF-47D722B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39223dbf74b86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FBC81-877B-4D8B-AE26-0734145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9A138-4985-44B5-97AA-C69339F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b3f11ecf742ee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D41AA-0736-47E9-8179-5B54B59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81148-0921-4EA1-91F3-92ACD50D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A08FF-B530-4299-9F99-4BFDF878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知识地图 · 便签落回新闻发生地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95021-EB46-4201-9815-B6277E9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58E22-4849-4544-9E60-E07C2D2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每日版次 · 下载包并复验 Merkle 证明</a:t>
            </a:r>
          </a:p>
        </p:txBody>
      </p:sp>
    </p:spTree>
    <p:extLst>
      <p:ext uri="{BB962C8B-B14F-4D97-AF65-F5344CB8AC3E}">
        <p14:creationId xmlns:p14="http://schemas.microsoft.com/office/powerpoint/2010/main" val="604985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7C7C1-1B0E-48A1-8CE3-F180BE43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63D0D-AD9C-43A7-B1A4-988160D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C1CF5-C7B9-488E-A8A3-58D8D615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· AGENT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F0D05-0BAC-4B5C-BC8C-FA40F856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Frost：一台努力理解</a:t>
            </a:r>
          </a:p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人类的机器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CDB51-8236-4599-AED4-15C990C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936D"/>
                </a:solidFill>
              </a:defRPr>
            </a:pPr>
            <a:r>
              <a:rPr sz="1425" b="1">
                <a:solidFill>
                  <a:srgbClr val="21936D"/>
                </a:solidFill>
              </a:rPr>
              <a:t>同一角色贯穿 App、公共地球、身份卡与实体设备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2E4E3-E634-4A27-852B-D375A4D6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3762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Frost 的灵感来自《趁生命气息逗留》。统一的方形轮廓提供品牌识别度；每个人的记忆生成不同细节。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#43–47 拥有公开可验证的 Agent 身份；实体 Frost 会把当天知识和链上见闻带回房间。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3FECE-0334-44C4-BA50-DE5966B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B3875-012E-44F5-A1ED-F5367E4E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70A1B-A731-4374-B813-42EFF8B5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Frost 是产品本身。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7C1DD-2711-4E23-B9B7-9EED218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形象、声音、长期记忆、链上身份和实体身体属于同一个 Agent。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80C1C-CD13-4707-87CB-0629950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363D8-0CFC-47CE-A93E-ED850C3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05 / FROST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654E3-CE5F-4DEC-95B6-CD1EC3B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3db8496524a8a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8745B-FE29-4CCE-AF9A-AC26A07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6050A-CFA7-428D-BDB2-F66197C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0104a8275490e"/>
          <a:srcRect xmlns:a="http://schemas.openxmlformats.org/drawingml/2006/main" l="19337" t="0" r="19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7B137-87EA-499A-860C-FB57AC90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65F6E-F549-4575-B459-18CA423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57B4D-B9BC-4789-B1CF-6000CF6F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身份卡 · 链上公开身份与个体差异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99F11-95A9-445C-8FDB-7FA0C9F5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0B0A9-90B8-411A-AF46-9B5CE26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实体终端 · 同一个 Frost 在房间里开口</a:t>
            </a:r>
          </a:p>
        </p:txBody>
      </p:sp>
    </p:spTree>
    <p:extLst>
      <p:ext uri="{BB962C8B-B14F-4D97-AF65-F5344CB8AC3E}">
        <p14:creationId xmlns:p14="http://schemas.microsoft.com/office/powerpoint/2010/main" val="1181691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2026-07-19T11:46:22.0640000Z</dcterms:created>
  <dcterms:modified xsi:type="dcterms:W3CDTF">2026-07-19T11:46:22.0640000Z</dcterms:modified>
</coreProperties>
</file>