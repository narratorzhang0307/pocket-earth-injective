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0cbcf6ce3647b4" /><Relationship Type="http://schemas.openxmlformats.org/officeDocument/2006/relationships/extended-properties" Target="/docProps/app.xml" Id="R0599b9cad8f2412e" /><Relationship Type="http://schemas.openxmlformats.org/officeDocument/2006/relationships/officeDocument" Target="/ppt/presentation.xml" Id="R4603d32aed2e46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4b280c3d2342de"/>
  </p:sldMasterIdLst>
  <p:notesMasterIdLst>
    <p:notesMasterId xmlns:r="http://schemas.openxmlformats.org/officeDocument/2006/relationships" r:id="Rfe5227ba9bb4477e"/>
  </p:notesMasterIdLst>
  <p:sldIdLst>
    <p:sldId xmlns:r="http://schemas.openxmlformats.org/officeDocument/2006/relationships" id="256" r:id="R2f4884d1448e4007"/>
    <p:sldId xmlns:r="http://schemas.openxmlformats.org/officeDocument/2006/relationships" id="257" r:id="Rcb4f8fa2048445b8"/>
    <p:sldId xmlns:r="http://schemas.openxmlformats.org/officeDocument/2006/relationships" id="258" r:id="Rf2e132666ed14a9f"/>
    <p:sldId xmlns:r="http://schemas.openxmlformats.org/officeDocument/2006/relationships" id="259" r:id="R207ac4273b5d473a"/>
    <p:sldId xmlns:r="http://schemas.openxmlformats.org/officeDocument/2006/relationships" id="260" r:id="R3bf61552aff54c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9f5c81fe53433d" /><Relationship Type="http://schemas.openxmlformats.org/officeDocument/2006/relationships/slideMaster" Target="/ppt/slideMasters/slideMaster1.xml" Id="R604b280c3d2342de" /><Relationship Type="http://schemas.openxmlformats.org/officeDocument/2006/relationships/notesMaster" Target="/ppt/notesMasters/notesMaster1.xml" Id="Rfe5227ba9bb4477e" /><Relationship Type="http://schemas.openxmlformats.org/officeDocument/2006/relationships/presProps" Target="/ppt/presProps.xml" Id="Rc7f480734a714206" /><Relationship Type="http://schemas.openxmlformats.org/officeDocument/2006/relationships/tableStyles" Target="/ppt/tableStyles.xml" Id="Rc843bcc5580e403c" /><Relationship Type="http://schemas.openxmlformats.org/officeDocument/2006/relationships/slide" Target="/ppt/slides/slide1.xml" Id="R2f4884d1448e4007" /><Relationship Type="http://schemas.openxmlformats.org/officeDocument/2006/relationships/slide" Target="/ppt/slides/slide2.xml" Id="Rcb4f8fa2048445b8" /><Relationship Type="http://schemas.openxmlformats.org/officeDocument/2006/relationships/slide" Target="/ppt/slides/slide3.xml" Id="Rf2e132666ed14a9f" /><Relationship Type="http://schemas.openxmlformats.org/officeDocument/2006/relationships/slide" Target="/ppt/slides/slide4.xml" Id="R207ac4273b5d473a" /><Relationship Type="http://schemas.openxmlformats.org/officeDocument/2006/relationships/slide" Target="/ppt/slides/slide5.xml" Id="R3bf61552aff54c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5604efd6147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93b8f2b2ed445b" /><Relationship Type="http://schemas.openxmlformats.org/officeDocument/2006/relationships/notesMaster" Target="/ppt/notesMasters/notesMaster1.xml" Id="Rac6a909912b844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c4e7c7b62e487d" /><Relationship Type="http://schemas.openxmlformats.org/officeDocument/2006/relationships/notesMaster" Target="/ppt/notesMasters/notesMaster1.xml" Id="R8d651ea12cac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8edd0a14724a79" /><Relationship Type="http://schemas.openxmlformats.org/officeDocument/2006/relationships/notesMaster" Target="/ppt/notesMasters/notesMaster1.xml" Id="R2e00892e79db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066c3c6e1e44f9" /><Relationship Type="http://schemas.openxmlformats.org/officeDocument/2006/relationships/notesMaster" Target="/ppt/notesMasters/notesMaster1.xml" Id="R8c3f03d100ef4d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280780f1434d2a" /><Relationship Type="http://schemas.openxmlformats.org/officeDocument/2006/relationships/notesMaster" Target="/ppt/notesMasters/notesMaster1.xml" Id="R7507c241e1494f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Frost 的核心是一套 Harness。总 Frost 判断任务，再把对象交给专业 Agent；每个 Agent 只拿到必要工具，并在隔离上下文里运行。Boundary 校验权限、字段、地点和预算，RunTrace 记录实际调用与降级路径。这样，Agent 的能力可以扩展，边界仍然清楚。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用户可以用一句话描述想要的空间或知识能力。Agent Forge 把需求编译成声明式 manifest，reviewManifest 检查工具、URL 和权限，合格后发布到 Agent Plaza。用户明确安装，再由白名单 skill 运行。这个广场聚焦知识管理、公共核验、内容创作和空间体验。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Earth 是公开 Agent 与知识的空间入口。地图、缩放、便签和详情都在手机端运行，浏览过程保持轻快。Injective 记录需要长期核对的最小事实。三个子视图分开承载知识地图、知识详情和身份卡，让产品结构清楚，也把链上成本控制在稳定范围。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Frost 在公共地球上有一组公开身份。#43 是核心角色，#44 到 #47 分别承载文学、电影、爵士和极光等公开兴趣。每张卡都对应 agentId、象征门牌、cardHash 和 revision。统一轮廓让 Frost 跨 App、地图和硬件保持可识别，个体细节来自用户主动公开的标签。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自动找新闻采用一个共享 Harness 和八个领域配置 Agent。各领域只声明来源、关键词和时效，发现、去重、预算、证据、评分与审计由同一内核负责。这样既保留专业差异，也避免复制八套代码；单个领域出现来源问题时，整轮日更仍能继续。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b6e92f52d41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36f2dbd2ae4485" /><Relationship Type="http://schemas.openxmlformats.org/officeDocument/2006/relationships/slideLayout" Target="/ppt/slideLayouts/slideLayout1.xml" Id="R35fed0c5cf22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ed0c5cf22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957fc0e604f24" /><Relationship Type="http://schemas.openxmlformats.org/officeDocument/2006/relationships/image" Target="/ppt/media/image.png" Id="R5c7db69430f6441a" /><Relationship Type="http://schemas.openxmlformats.org/officeDocument/2006/relationships/notesSlide" Target="/ppt/notesSlides/notesSlide1.xml" Id="Rf393ecf12bc948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fc7c12b664566" /><Relationship Type="http://schemas.openxmlformats.org/officeDocument/2006/relationships/image" Target="/ppt/media/image2.png" Id="R64d27af9e16640d8" /><Relationship Type="http://schemas.openxmlformats.org/officeDocument/2006/relationships/image" Target="/ppt/media/image3.png" Id="R4ade217123764b54" /><Relationship Type="http://schemas.openxmlformats.org/officeDocument/2006/relationships/notesSlide" Target="/ppt/notesSlides/notesSlide2.xml" Id="R88cd1db3ed3e4a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10e24b76d4a59" /><Relationship Type="http://schemas.openxmlformats.org/officeDocument/2006/relationships/image" Target="/ppt/media/image4.png" Id="R1b0781f903e04c80" /><Relationship Type="http://schemas.openxmlformats.org/officeDocument/2006/relationships/image" Target="/ppt/media/image5.png" Id="Rad79f55c61754542" /><Relationship Type="http://schemas.openxmlformats.org/officeDocument/2006/relationships/notesSlide" Target="/ppt/notesSlides/notesSlide3.xml" Id="R64e33347d0534e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2b23cef6f4542" /><Relationship Type="http://schemas.openxmlformats.org/officeDocument/2006/relationships/image" Target="/ppt/media/image6.png" Id="R73f479ff35234500" /><Relationship Type="http://schemas.openxmlformats.org/officeDocument/2006/relationships/image" Target="/ppt/media/image7.png" Id="Rc185aada14fb47f4" /><Relationship Type="http://schemas.openxmlformats.org/officeDocument/2006/relationships/notesSlide" Target="/ppt/notesSlides/notesSlide4.xml" Id="R3cb4d9173e5947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63468a64f49bf" /><Relationship Type="http://schemas.openxmlformats.org/officeDocument/2006/relationships/notesSlide" Target="/ppt/notesSlides/notesSlide5.xml" Id="R98f43788283444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02096E-25F2-44EA-975D-4B61DB3B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328AE-0747-4984-A004-BFA10FE5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175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B3E34-4EE9-42CC-A086-CE9E41B3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AGENT 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135D1-C731-46BB-A6F6-5731D95B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823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918"/>
                </a:solidFill>
              </a:defRPr>
            </a:pPr>
            <a:r>
              <a:rPr sz="2625" b="0">
                <a:solidFill>
                  <a:srgbClr val="171918"/>
                </a:solidFill>
              </a:rPr>
              <a:t>总 Frost 负责判断，专业 Agent 负责完成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107FB-6D61-4840-8A5E-EE2BB7A0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隔离上下文 · 白名单工具 · 预算上限 · 可观测轨迹 · 确定性回退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3D478-E373-4BF4-B7A3-012CC89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7000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9D3D3-92A7-43EC-956B-35509D6A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590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0A772-1362-4462-B385-43717A47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5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B1A84-8E99-4142-B162-966CA1E9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FROST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A1F98-5176-466E-A982-37C11A8B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500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识别对象、任务与所需领域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A0E4F-EF8A-4E04-96FE-37C52940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86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1AC8B-3EB8-4DCD-8AF6-5ABDB111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241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2AA0E-85D2-4CBD-A41A-17DA6379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14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63427-FDA6-4FBE-B0F2-D73CAE6F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7000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A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84FA6-41E7-408C-ADD6-D341B8C6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590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6021B-DF1F-45DF-8136-97713479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4DCF5-3C0D-4C29-943B-65D8567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SPECIALIST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A449A-77B1-4EFD-99F9-CCADA1DA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67075"/>
            <a:ext cx="500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只读取必要上下文与白名单工具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204D5-1017-4DD1-A12B-1F321BE5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051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D0614-ACFB-4F72-8DF0-A7AF4A1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ISOLATED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DC23B-9786-4ADB-A687-B463FBB4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33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534FD-BD82-49A5-B17F-20B53632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7000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B2179-775E-4DFD-B745-F9366F8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590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61E24-7BC2-444F-8AD2-2AFABFED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3CE68-1D74-4486-B06A-707C2B95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BOUNDARY + RUNTRACE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CE6F3-6E17-4182-8992-6CCDE481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86225"/>
            <a:ext cx="500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检查权限、字段、地点、预算与降级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6C6B36-C76F-44B2-9404-9A5D6C86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243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1537B-0586-4086-B00B-960E06F5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624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21D19-B642-4CA8-99C7-772DC030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52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764859-0D97-4E70-963E-AEE538FC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7000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0037C3-957E-40C1-869D-9DA1DDD7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590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06771B-4B11-4B24-8E8A-4B7DA9D5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7911DC-3D7E-4FDB-A4E3-B79D778F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STRUCTURED 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760B51-C169-4F2D-8CF1-CC58D868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05375"/>
            <a:ext cx="500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形成草稿，等待用户确认后写回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FB799F-0CF9-4813-9E33-DA23E35C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434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B007F7-37E1-40A4-B062-6AEFA87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8155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DRAFT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38290E-4980-4983-BEE3-C643D921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34025"/>
            <a:ext cx="700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B78BD2-2BF1-4D4A-A68A-EAA50EBF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661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模型负责理解，确定性代码守住边界。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0B67A1-9D81-434A-A153-EBE39597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A95B91-3C37-475D-BB06-B62F4B28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11 / FROST HARNESS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D8EE50-AE10-402C-96ED-732106E7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000125"/>
            <a:ext cx="2343150" cy="50863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db69430f6441a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914400"/>
            <a:ext cx="2343150" cy="50863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1B82E5-D27E-4C4A-9B91-4FD6BB64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914400"/>
            <a:ext cx="2343150" cy="5086350"/>
          </a:xfrm>
          <a:prstGeom xmlns:a="http://schemas.openxmlformats.org/drawingml/2006/main" prst="roundRect">
            <a:avLst>
              <a:gd name="adj" fmla="val 4878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42FD54-2BD4-4593-AF74-84AC74D4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6124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09D1A8-DA3E-4E75-9DB6-1FA7C357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61150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真实 RunTrace · 模型、技能、耗时与回退可见</a:t>
            </a:r>
          </a:p>
        </p:txBody>
      </p:sp>
    </p:spTree>
    <p:extLst>
      <p:ext uri="{BB962C8B-B14F-4D97-AF65-F5344CB8AC3E}">
        <p14:creationId xmlns:p14="http://schemas.microsoft.com/office/powerpoint/2010/main" val="1294366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8048B-B270-4E98-AC8F-08AFAE29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8484F-FBE6-4B02-8BD0-F1D3DE67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514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29E1C-E5B1-4F38-8877-A270648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CREATE · REVIEW · INSTALL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6DD1A-9C05-4734-973D-4A6DA0D3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3905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每个人都可以创造适合</a:t>
            </a:r>
          </a:p>
          <a:p xmlns:a="http://schemas.openxmlformats.org/drawingml/2006/main">
            <a:pPr algn="l"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Pocket Earth 的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DD2E4-9496-4C72-A909-5C32AD20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936D"/>
                </a:solidFill>
              </a:defRPr>
            </a:pPr>
            <a:r>
              <a:rPr sz="1425" b="1">
                <a:solidFill>
                  <a:srgbClr val="21936D"/>
                </a:solidFill>
              </a:rPr>
              <a:t>一句需求，被编译成可审核、可安装的能力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D7B31-7A46-47E0-9948-1C5C3EEA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818CA-0572-422B-A13C-B41CBFB1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CREATE：自然语言描述空间或知识能力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D7A66-4C0E-4D7D-988C-C4DDD129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95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358EB-67F6-4175-AFF5-90EB9EE5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REVIEW：校验工具、URL、字段与权限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AB4C9-A632-44F4-BB90-A2F1FAD9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1077C-3C36-42AA-8B42-52913B59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INSTALL：用户确认后进入自己的 Pocket Earth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4623A-8C1B-44E7-8608-3F7D5263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E973E-8FFD-44C0-A141-2B0D4F7E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AC2AE-D9F2-4952-8C07-73F04ADE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Agent 像平台上的应用。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723D1-A195-431C-AF88-4BEB0403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Injective 把公开身份与版本固定成可核对事实。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62F8D-B788-4A15-9A17-F73D42E4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A886B-B73F-4BDD-BF5C-921DCC67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12 / AGENT FORGE · PLAZA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DAA6A-7982-4DDC-82FE-DB4C75D0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27af9e16640d8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5A7A6-2428-4BC6-A5E1-E3C8EB07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DCDA8-0E37-45E4-AE59-56BDDD5F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e217123764b54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6E4B5-7914-4F99-B9BA-4920C9B3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98994-B047-4669-99E3-835C91AA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FBC1E-A3F0-4929-B2FC-779AE471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FORGE · manifest 通过安全审查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963B0-413A-4948-8C44-8EEF55D8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0F3A2-931F-4A19-92A1-0843123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PLAZA · 明确安装，再由白名单 skill 运行</a:t>
            </a:r>
          </a:p>
        </p:txBody>
      </p:sp>
    </p:spTree>
    <p:extLst>
      <p:ext uri="{BB962C8B-B14F-4D97-AF65-F5344CB8AC3E}">
        <p14:creationId xmlns:p14="http://schemas.microsoft.com/office/powerpoint/2010/main" val="384587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57666-0689-4156-A33E-45A018AD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DBBCC-F99D-4723-A1F0-14E13FAC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AF7DA-833C-46C4-9238-A7D0671D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EARTH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4A41A-49D7-42B1-86F3-AC62414B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00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公共地球在手机，</a:t>
            </a:r>
          </a:p>
          <a:p xmlns:a="http://schemas.openxmlformats.org/drawingml/2006/main">
            <a:pPr algn="l"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公共事实在 Injective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5B176-E683-4972-84BE-B3EAAB5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地图负责浏览，资源包负责内容，Injective 负责身份与版本证明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FBD5F-C641-4A24-9467-0D5812EE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ED3D1-C5D2-411D-83DD-01F9BC48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知识地图：便签回到真实发生地点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76AD9-90F2-4C45-924B-FBF500B6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76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181DB-9A6B-4251-8CEB-34C9F7AA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知识详情：证据、来源与核验路径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AE72E-9C43-404F-AA89-B61421F7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A6B53-8E10-4960-AF1B-C0E100F2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身份卡：公开 Agent 的可验证名片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4FDD2-6016-45D1-BC89-F97BDDF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8CD8C-7257-4839-A7C0-86D72845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10EAF-9CD7-480D-BEB5-87F08918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高频地图交互留在 App。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48A7E-45FC-42E2-A19A-9F2A0F7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链上保存跨平台核对所需的最小公开事实。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457D0-BCBC-4864-90F8-6B180794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B05AA-4ED4-42FA-A7F0-C5839CCD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13 / PUBLIC EARTH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ED4E2-232C-42B4-A8AC-F7A2855B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781f903e04c80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002DA-9563-40FA-8E30-F26E3AA4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D6248-2FFE-432A-BF14-EAE04495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9f55c61754542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1B16D-A543-45FF-83B1-9110E76A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C24F8-8217-4C0C-BC83-A7E8303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2D066-0431-4BB4-8FFA-C87DACC3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知识地图 · 新闻便签回到发生地点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0D6F0-11DE-4EB1-9071-25B6411B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62C9D-440E-44B0-BCAF-D8D94BF4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知识详情 · 从摘要展开来源与证据</a:t>
            </a:r>
          </a:p>
        </p:txBody>
      </p:sp>
    </p:spTree>
    <p:extLst>
      <p:ext uri="{BB962C8B-B14F-4D97-AF65-F5344CB8AC3E}">
        <p14:creationId xmlns:p14="http://schemas.microsoft.com/office/powerpoint/2010/main" val="361943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42179B-8FA3-4074-9B53-CF711D6D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05A04-E2B4-4363-97FA-A5C0717C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7716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94D90-B72A-4F9B-85C9-4464282C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IDENTITY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7F01F-F30B-4B2F-B059-EFA7CA92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3905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同一轮廓，</a:t>
            </a:r>
          </a:p>
          <a:p xmlns:a="http://schemas.openxmlformats.org/drawingml/2006/main">
            <a:pPr algn="l"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五个公开分身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75475-C500-47A4-88C2-74C515A9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431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#43 Core · #44 Literature · #45 Noir</a:t>
            </a:r>
          </a:p>
          <a:p xmlns:a="http://schemas.openxmlformats.org/drawingml/2006/main">
            <a:pPr algn="l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#46 Jazz · #47 Aurora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13480-054F-4CEE-9B05-B08FCB66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D9D54-E655-4026-BF87-6A781FC0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每张卡包含 agentId、象征门牌与 revision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19E3E-B9E9-4D5E-AA1F-0947D8DB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76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944F6-98C3-4E8A-834B-C610BCAF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公开标签由用户确认，私人原始记忆继续隔离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D2A0F-FF18-43BF-9118-68124D00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9241F-A813-4680-91C0-368AD373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App、Public Earth 与 Blockscout 可以交叉核对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1FB0E-0BB1-4410-B872-B99A3C1B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6C6B1-5502-4B6C-8FBC-5F64C60E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AAF01-7531-48FF-AAD3-630FAE52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统一轮廓提供识别度。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46028-CBD0-4521-9EE1-A9B5A843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个体细节来自用户主动公开的长期口味。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5653A-9B6F-4DA0-A178-D9D286F9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600C6-9CCA-4ECB-BFE8-E625B6F0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14 / FROST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D62C1-AAA9-4D70-A160-1225B91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479ff35234500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AC317-0262-4E8F-916F-A0580244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DD5F3-0423-49D3-8224-FA4703C1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5aada14fb47f4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82455-D79A-4BCF-9646-6326173E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5FAC3-3B4D-4F50-8C52-519892E5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C71E7-A927-4544-A593-A8305A72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#46 · 公开、持久、可验证的身份卡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571FB-5EEE-4FEE-A0A8-FB0DD4A2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FBD9E1-F2AB-411F-8988-5EEB097C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PLAZA · 白天相遇，夜里带回公开见闻</a:t>
            </a:r>
          </a:p>
        </p:txBody>
      </p:sp>
    </p:spTree>
    <p:extLst>
      <p:ext uri="{BB962C8B-B14F-4D97-AF65-F5344CB8AC3E}">
        <p14:creationId xmlns:p14="http://schemas.microsoft.com/office/powerpoint/2010/main" val="747854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E88006-A0BD-47B2-BF0B-3E4CFA8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2AC9F-CADE-40BF-95F9-4C7AC21E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2686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DFE04-4D97-4223-84CD-9DBD5134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KNOWLEDGE SCOUT 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9FE46-C63B-41DC-A990-0EBEC6EA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918"/>
                </a:solidFill>
              </a:defRPr>
            </a:pPr>
            <a:r>
              <a:rPr sz="2700" b="0">
                <a:solidFill>
                  <a:srgbClr val="171918"/>
                </a:solidFill>
              </a:rPr>
              <a:t>一个 Harness，八个领域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71AE4-8D65-4850-842E-01DEC170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共享工程护栏，保留领域差异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64B9C-77F3-4915-B76B-A621B20F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59B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320E3-D76B-4B3B-AC46-3974BA50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DD112-FAC3-4D14-907C-A70FEC91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ED6CB-7B1F-4D03-9E6A-FADBA7E8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模型 · 产品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933BB-EF41-4889-8C9D-8AA4838E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18D"/>
                </a:solidFill>
              </a:defRPr>
            </a:pPr>
            <a:r>
              <a:rPr sz="750" b="1">
                <a:solidFill>
                  <a:srgbClr val="8B918D"/>
                </a:solidFill>
              </a:rPr>
              <a:t>FIELD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45944-6D74-4C73-8B31-A6911B54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FA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77D7E-1030-4B2B-94ED-930EE368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F06C5-3AD1-4C40-A14A-2570AFD5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科技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84C8A-7126-4D95-B989-E3B13E60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526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芯片 · 机器人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0641E-8020-4D39-B7DA-635DA955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18D"/>
                </a:solidFill>
              </a:defRPr>
            </a:pPr>
            <a:r>
              <a:rPr sz="750" b="1">
                <a:solidFill>
                  <a:srgbClr val="8B918D"/>
                </a:solidFill>
              </a:rPr>
              <a:t>FIELD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FC7FC-AB8A-49A8-94AD-B9940982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A2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28194-80A9-42B9-9230-51953BA9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60482-6694-450D-8EFF-11BA8D93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金融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1A782-E059-4DA4-8F23-07913FBC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526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市场 · 监管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93400-A65F-4975-8B5D-9E9AC9A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18D"/>
                </a:solidFill>
              </a:defRPr>
            </a:pPr>
            <a:r>
              <a:rPr sz="750" b="1">
                <a:solidFill>
                  <a:srgbClr val="8B918D"/>
                </a:solidFill>
              </a:rPr>
              <a:t>FIELD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66EAC-4931-4101-9548-F4E04708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5D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40279-8E69-4960-8722-4E442787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9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E916D-8966-40E4-B716-2A99F2AA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气候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68466-5F68-4B4C-9D16-3A6433B5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526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能源 · 环境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E38C2A-80C0-4776-9CE5-5F32A4E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2288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18D"/>
                </a:solidFill>
              </a:defRPr>
            </a:pPr>
            <a:r>
              <a:rPr sz="750" b="1">
                <a:solidFill>
                  <a:srgbClr val="8B918D"/>
                </a:solidFill>
              </a:rPr>
              <a:t>FIELD 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68B87-734F-4BE7-9085-283952B7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C7D8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B9D17-70C0-46BA-893E-F0BDCF4D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48594D-C68F-4FD5-A26A-55C19F5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科学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EA73FC-EE4B-4484-83F3-C7576897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研究 · 发现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A780F3-5E44-4857-82B9-082DF19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527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18D"/>
                </a:solidFill>
              </a:defRPr>
            </a:pPr>
            <a:r>
              <a:rPr sz="750" b="1">
                <a:solidFill>
                  <a:srgbClr val="8B918D"/>
                </a:solidFill>
              </a:rPr>
              <a:t>FIELD 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E8832A-63FC-494D-AFCE-C16BF879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BC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423E77-88AD-41B3-8334-9962B50D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0498A4-9F28-4476-B5C7-CC4AF103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健康生命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F6399A-2F39-44E3-ACEE-248D0195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765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医学 · 生命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E1F167-3A85-4B67-B194-F3262BBE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527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18D"/>
                </a:solidFill>
              </a:defRPr>
            </a:pPr>
            <a:r>
              <a:rPr sz="750" b="1">
                <a:solidFill>
                  <a:srgbClr val="8B918D"/>
                </a:solidFill>
              </a:rPr>
              <a:t>FIELD 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89C15A-A019-4A9C-95B0-F9A31662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F6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F1531D-D2FD-4B89-A7FC-96993D3A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1D317A-4EAD-49F4-B7C7-F0D83B89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38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文化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27C30F-0477-411C-8B28-CB48CE6A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遗产 · 城市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01D3C5-3517-4B0D-ABFD-E9FD0FFA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18D"/>
                </a:solidFill>
              </a:defRPr>
            </a:pPr>
            <a:r>
              <a:rPr sz="750" b="1">
                <a:solidFill>
                  <a:srgbClr val="8B918D"/>
                </a:solidFill>
              </a:rPr>
              <a:t>FIELD 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800DB3-9C63-4278-AC67-81E0332F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F4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F96818-EE61-4DD9-96D1-23DB6732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9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0880F2-1D3A-452A-86EA-9911CD77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政策社会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0485A0-5361-4C2F-8C0D-BE93DBCD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765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制度 · 公共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00B3E1-F0EB-4B03-8B71-D288D5C3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9527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918D"/>
                </a:solidFill>
              </a:defRPr>
            </a:pPr>
            <a:r>
              <a:rPr sz="750" b="1">
                <a:solidFill>
                  <a:srgbClr val="8B918D"/>
                </a:solidFill>
              </a:rPr>
              <a:t>FIELD 08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BB9D38-B027-4CBE-8FFD-A05F2C77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112395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9B96CE-E655-40EF-B579-9BDE1E9A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FFB0"/>
                </a:solidFill>
              </a:defRPr>
            </a:pPr>
            <a:r>
              <a:rPr sz="1500" b="1">
                <a:solidFill>
                  <a:srgbClr val="7CFFB0"/>
                </a:solidFill>
              </a:rPr>
              <a:t>SHARED HARNESS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0F4EE8-534D-4CCE-A787-6BA70A98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来源发现 · 去重 · 预算 · 证据包 · 评分 · 审计 · 每日版次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DBA33E-9C52-4799-9EE7-DBD969D1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5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C54055-5761-4B8B-AB45-2BA02651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052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1BC"/>
                </a:solidFill>
              </a:defRPr>
            </a:pPr>
            <a:r>
              <a:rPr sz="975" b="1">
                <a:solidFill>
                  <a:srgbClr val="B8C1BC"/>
                </a:solidFill>
              </a:rPr>
              <a:t>领域配置只声明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1F0CC1-FF6A-4212-ABB8-F6E97560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8147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来源 · 关键词 · 时效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5CAD14-7861-4F1C-AA56-C8F6D69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6240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9525">
            <a:solidFill>
              <a:srgbClr val="7CFFB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05026C-4551-414F-AF84-0F585D92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052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单领域失败隔离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EECD64-6457-4DAF-9C4E-0E750840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52A396-64AF-466E-9600-91F24100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918"/>
                </a:solidFill>
              </a:defRPr>
            </a:pPr>
            <a:r>
              <a:rPr sz="825" b="1">
                <a:solidFill>
                  <a:srgbClr val="171918"/>
                </a:solidFill>
              </a:rPr>
              <a:t>DISCOVERY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73CE8B-3DC6-48DC-9E59-61E373C9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05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2788A7-61BE-4B4E-B1A2-5B6FDD97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2197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100BD5-2FDA-429A-96B3-6463C692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3340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918"/>
                </a:solidFill>
              </a:defRPr>
            </a:pPr>
            <a:r>
              <a:rPr sz="825" b="1">
                <a:solidFill>
                  <a:srgbClr val="171918"/>
                </a:solidFill>
              </a:rPr>
              <a:t>FOCUS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83807B-B41D-443B-92CC-21C57BC4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305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A72E57-D922-46B5-8D76-A702C654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197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BCB1A6-B091-4C0E-B978-10B0996A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918"/>
                </a:solidFill>
              </a:defRPr>
            </a:pPr>
            <a:r>
              <a:rPr sz="825" b="1">
                <a:solidFill>
                  <a:srgbClr val="171918"/>
                </a:solidFill>
              </a:rPr>
              <a:t>DIRECT SOURCE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6AC60A-1C16-4C28-8CFD-E48A623D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05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F3E460-DD3B-43E1-B3CE-0D6F75A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2197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E8C5F1-9BAB-44AA-8C09-FB5DBFAB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3340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918"/>
                </a:solidFill>
              </a:defRPr>
            </a:pPr>
            <a:r>
              <a:rPr sz="825" b="1">
                <a:solidFill>
                  <a:srgbClr val="171918"/>
                </a:solidFill>
              </a:rPr>
              <a:t>INVESTIGATE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21EEA4-5890-41AB-893E-B381A5AD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305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B5EE83-AA4F-4D22-8B87-19DEFD5D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4CE6A8-BD64-448D-8669-123B2E4C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340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918"/>
                </a:solidFill>
              </a:defRPr>
            </a:pPr>
            <a:r>
              <a:rPr sz="825" b="1">
                <a:solidFill>
                  <a:srgbClr val="171918"/>
                </a:solidFill>
              </a:rPr>
              <a:t>SKEPTIC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C45777-241E-402B-9AB4-3F88BD19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05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BA52DBC-6A32-431A-A5F9-3CA89628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197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C33B10-A1E9-44FD-8286-3754A835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3340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A604F"/>
                </a:solidFill>
              </a:defRPr>
            </a:pPr>
            <a:r>
              <a:rPr sz="825" b="1">
                <a:solidFill>
                  <a:srgbClr val="2A604F"/>
                </a:solidFill>
              </a:rPr>
              <a:t>TRUTH SCORE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D6280-9B16-4FF0-8A51-6DB9E883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67400"/>
            <a:ext cx="1123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DD8C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4F5EBF-EA3B-4EC1-9736-1AEDA748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604F"/>
                </a:solidFill>
              </a:defRPr>
            </a:pPr>
            <a:r>
              <a:rPr sz="1350" b="1">
                <a:solidFill>
                  <a:srgbClr val="2A604F"/>
                </a:solidFill>
              </a:rPr>
              <a:t>一个 Harness 管住方法，八个 Agent 保持专业。</a:t>
            </a:r>
          </a:p>
        </p:txBody>
      </p:sp>
    </p:spTree>
    <p:extLst>
      <p:ext uri="{BB962C8B-B14F-4D97-AF65-F5344CB8AC3E}">
        <p14:creationId xmlns:p14="http://schemas.microsoft.com/office/powerpoint/2010/main" val="930901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2026-07-19T13:27:03.1250000Z</dcterms:created>
  <dcterms:modified xsi:type="dcterms:W3CDTF">2026-07-19T13:27:03.1250000Z</dcterms:modified>
</coreProperties>
</file>