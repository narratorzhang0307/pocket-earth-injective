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b03b737d4d4898" /><Relationship Type="http://schemas.openxmlformats.org/officeDocument/2006/relationships/extended-properties" Target="/docProps/app.xml" Id="Rdf3147bc2c3540f1" /><Relationship Type="http://schemas.openxmlformats.org/officeDocument/2006/relationships/officeDocument" Target="/ppt/presentation.xml" Id="R8425c0247bb945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15ee43c43344b0"/>
  </p:sldMasterIdLst>
  <p:notesMasterIdLst>
    <p:notesMasterId xmlns:r="http://schemas.openxmlformats.org/officeDocument/2006/relationships" r:id="R824882fa55e645b7"/>
  </p:notesMasterIdLst>
  <p:sldIdLst>
    <p:sldId xmlns:r="http://schemas.openxmlformats.org/officeDocument/2006/relationships" id="256" r:id="R65fd40ebf72d4d10"/>
    <p:sldId xmlns:r="http://schemas.openxmlformats.org/officeDocument/2006/relationships" id="257" r:id="R08b1b2ad4a8443c4"/>
    <p:sldId xmlns:r="http://schemas.openxmlformats.org/officeDocument/2006/relationships" id="258" r:id="R78d372a1c1b244e8"/>
    <p:sldId xmlns:r="http://schemas.openxmlformats.org/officeDocument/2006/relationships" id="259" r:id="R061cf9433ffc4c24"/>
    <p:sldId xmlns:r="http://schemas.openxmlformats.org/officeDocument/2006/relationships" id="260" r:id="R568010b314774e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d19975697b4ea9" /><Relationship Type="http://schemas.openxmlformats.org/officeDocument/2006/relationships/slideMaster" Target="/ppt/slideMasters/slideMaster1.xml" Id="R3515ee43c43344b0" /><Relationship Type="http://schemas.openxmlformats.org/officeDocument/2006/relationships/notesMaster" Target="/ppt/notesMasters/notesMaster1.xml" Id="R824882fa55e645b7" /><Relationship Type="http://schemas.openxmlformats.org/officeDocument/2006/relationships/presProps" Target="/ppt/presProps.xml" Id="Rce68ffc330b94ff9" /><Relationship Type="http://schemas.openxmlformats.org/officeDocument/2006/relationships/tableStyles" Target="/ppt/tableStyles.xml" Id="Rc32a4b7a4e344ec0" /><Relationship Type="http://schemas.openxmlformats.org/officeDocument/2006/relationships/slide" Target="/ppt/slides/slide1.xml" Id="R65fd40ebf72d4d10" /><Relationship Type="http://schemas.openxmlformats.org/officeDocument/2006/relationships/slide" Target="/ppt/slides/slide2.xml" Id="R08b1b2ad4a8443c4" /><Relationship Type="http://schemas.openxmlformats.org/officeDocument/2006/relationships/slide" Target="/ppt/slides/slide3.xml" Id="R78d372a1c1b244e8" /><Relationship Type="http://schemas.openxmlformats.org/officeDocument/2006/relationships/slide" Target="/ppt/slides/slide4.xml" Id="R061cf9433ffc4c24" /><Relationship Type="http://schemas.openxmlformats.org/officeDocument/2006/relationships/slide" Target="/ppt/slides/slide5.xml" Id="R568010b314774e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7398e1beac46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5b118af1014033" /><Relationship Type="http://schemas.openxmlformats.org/officeDocument/2006/relationships/notesMaster" Target="/ppt/notesMasters/notesMaster1.xml" Id="R40d290cd2c6f41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77b57c90264b5f" /><Relationship Type="http://schemas.openxmlformats.org/officeDocument/2006/relationships/notesMaster" Target="/ppt/notesMasters/notesMaster1.xml" Id="Rb4c1ac00f93941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c672eb17334783" /><Relationship Type="http://schemas.openxmlformats.org/officeDocument/2006/relationships/notesMaster" Target="/ppt/notesMasters/notesMaster1.xml" Id="R19dfe954845e48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a7895d19af4583" /><Relationship Type="http://schemas.openxmlformats.org/officeDocument/2006/relationships/notesMaster" Target="/ppt/notesMasters/notesMaster1.xml" Id="R37467e9f87fa4f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d0b038a74a49f9" /><Relationship Type="http://schemas.openxmlformats.org/officeDocument/2006/relationships/notesMaster" Target="/ppt/notesMasters/notesMaster1.xml" Id="R5a653c1a08a34e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562f5727940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a9d92f53f1423a" /><Relationship Type="http://schemas.openxmlformats.org/officeDocument/2006/relationships/slideLayout" Target="/ppt/slideLayouts/slideLayout1.xml" Id="R9b3dddaa06ba44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3dddaa06ba44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e30b7adbd484f" /><Relationship Type="http://schemas.openxmlformats.org/officeDocument/2006/relationships/image" Target="/ppt/media/image.jpeg" Id="R034ea7b8389f4ced" /><Relationship Type="http://schemas.openxmlformats.org/officeDocument/2006/relationships/image" Target="/ppt/media/image2.jpeg" Id="R8425132a484b48f7" /><Relationship Type="http://schemas.openxmlformats.org/officeDocument/2006/relationships/notesSlide" Target="/ppt/notesSlides/notesSlide1.xml" Id="R3326f963f35d45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e7014d1ed47f7" /><Relationship Type="http://schemas.openxmlformats.org/officeDocument/2006/relationships/image" Target="/ppt/media/image3.jpeg" Id="Rab2b25d065dd41c8" /><Relationship Type="http://schemas.openxmlformats.org/officeDocument/2006/relationships/image" Target="/ppt/media/image4.jpeg" Id="R8935a3f3673943e5" /><Relationship Type="http://schemas.openxmlformats.org/officeDocument/2006/relationships/notesSlide" Target="/ppt/notesSlides/notesSlide2.xml" Id="Rf29838bc728843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71231e68a4869" /><Relationship Type="http://schemas.openxmlformats.org/officeDocument/2006/relationships/notesSlide" Target="/ppt/notesSlides/notesSlide3.xml" Id="Re25bd6705e1346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7d832be124e98" /><Relationship Type="http://schemas.openxmlformats.org/officeDocument/2006/relationships/image" Target="/ppt/media/image5.jpeg" Id="Rca5b620fbf5a4dd7" /><Relationship Type="http://schemas.openxmlformats.org/officeDocument/2006/relationships/image" Target="/ppt/media/image6.jpeg" Id="R860c74817ec24569" /><Relationship Type="http://schemas.openxmlformats.org/officeDocument/2006/relationships/notesSlide" Target="/ppt/notesSlides/notesSlide4.xml" Id="R90bf8545192b41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20cd61dc54835" /><Relationship Type="http://schemas.openxmlformats.org/officeDocument/2006/relationships/image" Target="/ppt/media/image7.jpeg" Id="R3919f8fe0c014dee" /><Relationship Type="http://schemas.openxmlformats.org/officeDocument/2006/relationships/image" Target="/ppt/media/image8.jpeg" Id="R0f6fea623cf74b95" /><Relationship Type="http://schemas.openxmlformats.org/officeDocument/2006/relationships/notesSlide" Target="/ppt/notesSlides/notesSlide5.xml" Id="R6e66eff4e7ef40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E3142C1-9A44-4833-8BCC-6FF8ACD9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77B43-6478-4A19-A260-E6590C68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76E71-8971-4628-80F8-BB673246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02084-C014-43F8-B554-84549550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85E9B-5200-446F-BE6A-CACF1E35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E662A-6F67-446F-89A4-B3CEAED5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36106-7782-4DFD-877C-39C4BD2A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7B3F2-7048-4A2C-BACF-67FFCC34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62FD5-24C0-4474-B6B0-D8EAABD0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A52AD-68E6-49C3-A7C5-49FDA3C3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21D81-960C-49FB-A399-B8B65CC6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F4B3B-ABBA-4F08-9369-75C60425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E3F17-4191-4663-A12B-FA9C3AA1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EAAE3-2013-48AE-AB17-153C7679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221A4-00A7-41B1-B7E5-0E2C9B44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3B4AD-9CBC-4652-AAA8-53C95B46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04534-6C61-487A-A64B-19BCC79F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2EC79-CB15-476A-9ABC-CB8EF69D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5D8A8-9FFE-45E9-92DD-C2353280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212B8-CFB6-4895-83F2-2B028CF0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79E668-1A70-4D9E-8C3D-A4AF17FA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406BA-4BAF-4C79-BED8-6C0D9D67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FB136-38D4-45EF-8F09-0A4564AB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A840A9-6B04-4D7A-9F5E-F48DE7E7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3379CD-9E02-4C8F-ACDD-E90E29B7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4EEB52-846B-4277-A3C6-C596576F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C4B9A4-158E-4CDD-9DD6-F63D4187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6825AA-F125-42DB-B47D-3174EE4C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4343F4-7D82-4A35-9C1E-15868A35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92B863-31C0-41D8-B52B-7BF1390A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6D3C04-A945-4D57-834D-125CE7DE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088FFE-496D-4602-93AD-39D1D462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A9A53D-2DA9-4BCE-8EDF-A38DA190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36B9DC-2F35-44C7-9C63-1E3EBAAF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FC5040-98EB-4C81-B2AB-344BA18B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D374E3-7647-470A-952A-D026CC8C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054FAB-7C7D-43E7-9CA7-D9593B3A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71D48D-31A6-44D8-9AA8-D17E2723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89B175-276C-49DA-99F2-0B62172F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EC3047-35F2-4DA3-BCBC-6198E79E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485F3B-BAD9-4D82-A278-8AB58498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F704DD-6497-43E7-97CA-DBF8DD80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AFA9BA-F7DD-4DA5-831E-4766C5BB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CC49FF-EBD6-40F5-BB63-8DA31E14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0973DE-2C70-44DB-BC43-D8E3C695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6A7F40-DF89-4FD7-A9E7-FD780B9A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4C92FF-5A4F-4BA5-9216-611CD1EA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1856D8-3ACE-4B3B-9A45-3AB39A1D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B0DD72-6A82-4E0C-958C-0C803EA1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6EDB99-515D-40AD-AE98-5637CE78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8DE84B-69FA-4635-A198-24E13272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ADD1C7-A848-4E27-8F99-DBDD5B23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597220-CB31-43C1-BC35-F1240772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33A9D1-ED97-4508-968B-AAD5AB15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F33778-0727-4E50-BBC9-E09BFF3E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92406F-7CB3-4CA3-ADA5-3E6675C0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F34E0A-77E9-4C36-9A90-529E86E7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41809B-E56D-4C41-9849-79CF87AA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0117FB-5625-46B4-8B49-2E27A558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F0E424-C093-4076-9E7E-A0406879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71F3FD-601D-41DA-A963-7C505404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61E99A-AE2D-4AA2-B6CC-2C967EBE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E704C9D-AF26-4531-940D-6CF6B433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04C5DE2-3836-4EF9-B74B-2D777655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5F5A68-6D49-46EB-A456-17700E51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7584CE2-28B3-4643-97BD-C05AD2D9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22383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2973F41-B6C6-4213-9D7B-E89AD1B2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971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FINAL · POCKET EARTH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A595C10-BC66-4FE8-AB53-251D8475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1918"/>
                </a:solidFill>
              </a:defRPr>
            </a:pPr>
            <a:r>
              <a:rPr sz="3675" b="1">
                <a:solidFill>
                  <a:srgbClr val="171918"/>
                </a:solidFill>
              </a:rPr>
              <a:t>Pocket Earth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E7B05C-5DAE-43AB-92F8-052AE65F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954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2A604F"/>
                </a:solidFill>
              </a:defRPr>
            </a:pPr>
            <a:r>
              <a:rPr sz="3525" b="1">
                <a:solidFill>
                  <a:srgbClr val="2A604F"/>
                </a:solidFill>
              </a:rPr>
              <a:t>on Injective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B448CEC-3EDA-43DD-B16C-61CAD6EC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918"/>
                </a:solidFill>
              </a:defRPr>
            </a:pPr>
            <a:r>
              <a:rPr sz="1950" b="0">
                <a:solidFill>
                  <a:srgbClr val="171918"/>
                </a:solidFill>
              </a:rPr>
              <a:t>空间知识库 · 公共知识层</a:t>
            </a:r>
          </a:p>
          <a:p xmlns:a="http://schemas.openxmlformats.org/drawingml/2006/main">
            <a:pPr>
              <a:defRPr sz="1950" b="0">
                <a:solidFill>
                  <a:srgbClr val="171918"/>
                </a:solidFill>
              </a:defRPr>
            </a:pPr>
            <a:r>
              <a:rPr sz="1950" b="0">
                <a:solidFill>
                  <a:srgbClr val="171918"/>
                </a:solidFill>
              </a:rPr>
              <a:t>链上身份 · 实体 Frost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088FEF7-23A6-496C-B83A-F32DA0CA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57625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D69"/>
                </a:solidFill>
              </a:defRPr>
            </a:pPr>
            <a:r>
              <a:rPr sz="1275" b="0">
                <a:solidFill>
                  <a:srgbClr val="666D69"/>
                </a:solidFill>
              </a:rPr>
              <a:t>私人经历在端侧形成长期记忆；公共知识经过 Agent 核验，形成可下载、可复验的每日版次。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A091106-8B72-4517-B8CD-C6B35B24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9E1BC15-8D9E-4B30-BDE9-2F772D17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7DFDD7-7A03-4422-B530-7BD3AFB2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身份与知识版次已经在 Injective 上留下证据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A7C322C-431E-40FE-8439-1D010BD9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同一产品覆盖手机、Agent 网络、链上证明与树莓派实体终端。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D677DC-C47C-4ACE-AA4A-3EF466DA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45D1B3A-FD78-4232-8FC6-287F07EB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01 / OPENING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5339198-A50F-42BF-A10E-A7FEBBEF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ea7b8389f4ced"/>
          <a:srcRect xmlns:a="http://schemas.openxmlformats.org/drawingml/2006/main" l="241" t="0" r="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077863A-DBB2-4FDF-9E2A-393D4107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7B0D495-CC41-45BA-8DC2-6BAA277B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5132a484b48f7"/>
          <a:srcRect xmlns:a="http://schemas.openxmlformats.org/drawingml/2006/main" l="241" t="0" r="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E21F0E4-97FC-43D5-B9FC-C56484E9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B3C422D-C720-4298-BE3D-80857FBF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B74E700-571B-4268-9728-8FED0EBE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PUBLIC EARTH · 知识信号回到地点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0311D32-AD49-453E-8DC7-B7CF957A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56D8633-4B1C-4914-9D4D-8D910EAC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AGENT NETWORK · 8 领域发现 + 6 步核验</a:t>
            </a:r>
          </a:p>
        </p:txBody>
      </p:sp>
    </p:spTree>
    <p:extLst>
      <p:ext uri="{BB962C8B-B14F-4D97-AF65-F5344CB8AC3E}">
        <p14:creationId xmlns:p14="http://schemas.microsoft.com/office/powerpoint/2010/main" val="1118673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364F4F0-3113-4096-9581-640E0FBD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CB6FF-8D3C-4F5B-9423-04E10784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5D80E-7DA5-4A87-A02C-213BEF60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C4EC2-DE3E-48EA-B0A0-6FE85EF4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10829-2BE7-4FE9-83EF-592EF14D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61CA4-695E-42EA-93CD-661FA91B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F0153-4DC7-4664-8C72-552A9AA0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C0AA1-1D13-4F6E-B3A4-4B58BE5B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C2F67-16BF-48AA-8D48-504D919F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577F6-8A17-4D4E-B046-3B184162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B1B6F-7AF5-435B-B600-627AC6A0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300EE-1FBC-4282-872F-ED07196B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98428-B444-4D52-8F81-A503C4CD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EE838-0137-42B3-85F4-B82944D1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4DD0E-8DEC-410D-A057-5CF274BC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6B36C-4EC0-4EBA-A323-4CBF27C7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DFF7E-D4DA-4507-8E43-9B6482EA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2C34C6-2BB7-4EF8-AB53-9A679646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20D87-0FF9-422C-8B33-FA77A492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58A9BD-ED6F-4CD4-A376-9A36887A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558E6-18F1-409D-8AF8-3808963A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43E4BF-DEBC-4F55-B422-BD0AC799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FA247F-CCF2-425E-A70E-55074B9D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FC7E79-AA44-4DE5-806E-3F460297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C321D-D34B-4C19-8671-4EBA6936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E377B1-B105-481A-BCDE-BEA386C6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27E8A6-0EED-4DB5-9A04-56460235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B6FB55-743F-4428-B133-8A7F7432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24E4E3-ADAF-4E96-BD03-B79B420A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A54715-F8EB-458E-AAAC-EBD2EDC4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86D462-0919-46D2-BA3A-804921B7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6D5E3B-F924-4098-8F46-33A999C3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D75915-7D06-4A9B-A88A-8B43086F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7F8F16-E938-476B-9D55-799B659E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BE2FA3-BA10-455B-99DD-4D820E4D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39B889-E852-48F6-979B-A677D7E2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21D6AF-838E-44B2-917B-68EB5042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47D5A1-3818-4569-9F61-9092FE02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AE4716-F2E5-4AE0-8FE4-C1D0A361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61F574-6756-4243-89A6-5A141EA0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4F6500-5DB5-46D8-BE9C-18D1CF43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337485-3BB5-4870-8681-9FB2EBFB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76BEAA-57BB-4125-B68C-D4ABB92D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CEEE1F-F206-4EAF-BCD2-CD2F7630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07736F-2A32-4EFB-A7C5-683D7246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F35584-6BF3-47B9-B98D-053AE38B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8EB94A-A138-4EBF-8C26-6807382A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E468E7-C5A9-4DA9-80B3-CBA33153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28F6ED-A897-4A80-BAA6-345F0219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6AAAED-766A-42AC-9C09-DF90ECB6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921594-3682-40DA-AFBB-3A6E5AA9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CE2755-281C-436E-BFBF-8B82443D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19D63C-A3C4-4384-A61E-4A0CE8E5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615D19-9191-4387-AD41-20F02820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7D35E4-DD3A-444E-A895-83938137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E224B5-11DB-412E-B159-48D6AAC6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D53817-3183-435D-AEDE-DDC1ADE0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0FDEC0-5954-4821-BF99-ED3E6D89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0FD9BC7-9C2F-4E86-9672-3C8DFF6A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2C9594-097F-4EE5-BD17-60CA90A3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1C15C2-FFFC-404A-87E3-ABD9A342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E4BEC0-A572-4FB1-9279-40615E66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6618080-1F54-4E9E-90F5-DF92E5E5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0E285C-3FA8-47B5-A5BD-A6254F25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AAED34-0351-44C8-85C3-D46F91F6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3D7AEAC-F4D0-4C37-9DE6-2C1398E4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1695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E57F071-57FD-461D-9F35-CF1D8B34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WHY NOW · 问题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D41A200-57B8-4256-B16E-14346384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39528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AI 时代，同时丢失了</a:t>
            </a:r>
          </a:p>
          <a:p xmlns:a="http://schemas.openxmlformats.org/drawingml/2006/main">
            <a:pPr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两件东西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C2E4EF4-C0D2-47D7-815A-82723451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936D"/>
                </a:solidFill>
              </a:defRPr>
            </a:pPr>
            <a:r>
              <a:rPr sz="1500" b="1">
                <a:solidFill>
                  <a:srgbClr val="21936D"/>
                </a:solidFill>
              </a:rPr>
              <a:t>个人上下文，以及公共信息的可信度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8C613D5-CD8C-4E08-9E94-7CC8D0F2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3782B1-C7F6-4451-9F07-42CFE9FB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个人知识散落在相册、地点与对话里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6E8DD8-3AAA-45C6-A63C-EDA9FB17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0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DE08FFE-216D-42C3-BB2D-8DEBBBB1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公共信息高速增长，出处与版本难以复核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A2DEF00-1244-4B19-BC37-C5BFF33E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37F3277-20EA-48F0-868F-35DE4BF4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Agent 需要可追溯的输入、时间与发布边界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DE1B839-02F3-4E22-B08C-2CA9985A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5BEC85C-0AD4-45A2-926A-E1DD0115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E5D4BC5-D4E1-4372-920B-1962DCC0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AI 时代不缺数据，缺的是可信知识。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7BC874B-3F40-4AD0-86B7-4C91ADE8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一边重建人的长期上下文，一边保存公共知识的来源、证据和版本。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0E850A6-F1A8-4856-80E9-D4EA6D59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EE50A31-B5B6-45B1-961E-63845D35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02 / WHY NOW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BB2E56C-D6FC-4BD8-A37E-6C077AEB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b25d065dd41c8"/>
          <a:srcRect xmlns:a="http://schemas.openxmlformats.org/drawingml/2006/main" l="241" t="0" r="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E5BCB8F-4C50-4996-8BB0-365731CE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9A9591E-D0E7-4D11-A95F-E44BFCC1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5a3f3673943e5"/>
          <a:srcRect xmlns:a="http://schemas.openxmlformats.org/drawingml/2006/main" l="241" t="0" r="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B97A36B-B21C-402D-BAD1-CF2CA58B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D2C1AFB-432E-4D72-AD8E-5945C110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8F58DC8-99B1-4F75-87D1-C17899F3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PRIVATE MAP · 个人经历重新回到地点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99A3165-1BBC-4C6E-9D32-C864FEA4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087CC48-69C1-4B59-900E-602894B5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KNOWLEDGE DETAIL · 从摘要展开证据与来源</a:t>
            </a:r>
          </a:p>
        </p:txBody>
      </p:sp>
    </p:spTree>
    <p:extLst>
      <p:ext uri="{BB962C8B-B14F-4D97-AF65-F5344CB8AC3E}">
        <p14:creationId xmlns:p14="http://schemas.microsoft.com/office/powerpoint/2010/main" val="7803037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633548B-CA0C-4540-B7E1-58741069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B22A6-77E9-4098-8867-E1224AD8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414BC-A8EE-4915-91DC-8F07F983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2992D-A05D-4465-AD61-99269302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1D7B5-1D02-4308-A00D-68AA7B8F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AD1D7-CDAD-496D-9695-29158C08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A73E3-3A6B-4530-B5CE-6F4620EA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73072-2E8C-42A7-849C-5E1E4E60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D442E-DD0A-4F73-A90D-46B3E089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144AB-0E59-4ABD-A019-02341469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75602-C701-4464-A3D4-59256953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33A24-448D-4C8C-B1DF-8E210F8A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9A618-72D2-4BE8-9D0E-0D82DDD4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70A48-774A-486A-AB67-B1BFF4E6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9E328-1DB8-4204-90ED-49B1FCF2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93C4E-07B4-40F1-A47E-F7BEE4B7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1FD09-AEA5-423B-BF19-C56EE851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3CB19-20E2-410E-B74C-B92086A7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C98F9-42C3-4A28-BFC7-AA6E0282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4AC87-1955-4FF1-800A-2F68EBD5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A237F-B574-4DCE-A4EA-06B814CC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5FB8BA-A717-4B0F-B3CB-5CAD44CB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8D2528-70DB-481C-B6A0-81DC54AA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95668-3852-4C8B-8C46-C78B928F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8BF855-FB19-42E5-9A92-4DEDD286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5854B2-8B85-44B7-8825-EAF742A8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0BFC04-8121-4E60-BECA-6948E611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41ADC-D05C-44A6-858A-B7E621A5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3F56B-C2E3-4FB9-B445-A825C520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5A4520-E45C-4DA8-B445-09664D25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3BE75A-3EE3-4D38-B3B6-7A37330F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4586E0-C538-451D-8105-DD181160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950783-0DFE-49B0-8A8F-5992C5AA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4066CC-4ACB-4B65-B561-DC865D8E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F74D85-EE88-4625-A2A8-1DCCBCB3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9B3BE0-1C36-4079-9EF1-4CFB59D1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96435C-E4CB-49F3-BBE3-0A2CE23A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ADF491-A793-4B25-AAD4-C23D2F78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0ED6C8-5B45-4713-A3C4-8D572DDB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094C80-F11E-4470-968E-172F84C6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52538A-56DB-4FA6-B726-CBC03C98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BC2B35-F08B-4F1C-8D69-392EDAC8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BBA64C-DD31-48E0-A554-47B9CD24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6D6444-E786-4716-8C06-D3D093A7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C745C4-4305-4AD8-8AB5-70BE238B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9203D7-982E-4043-BD2B-2E607A9A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D459E8-A254-4A7C-B3AB-4A949E56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38A1B3-B17F-44D0-85E6-00F4CDF0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2E49D5-C8FA-4908-A4D0-179F4EBB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2A8641-51DC-43CA-AD42-CC63143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130816-752A-4297-8467-0B1CB7DE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A11007-0A84-46EC-B5B3-1CC43D39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D77EAD-5452-4978-AF76-11F9E5B5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D6849C-62B6-4BFB-AC73-0187C8B8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41D93E-1673-4820-BA8E-4CAC06FF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1057E8-F42E-4414-A71D-3AC6BD1C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20CBE7-6125-4F5D-B973-D11F7BB8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43BC44-0347-4A50-8B92-9E96EA35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EDBFF0-03E5-4DEC-8EC1-65CDC228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64C70E-E5AD-44C4-A7DB-298F564F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198A9EA-65EA-45F2-AAAE-2370BC1A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38D9DD3-5F2D-47EF-8793-6CDA8439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DB56418-46B9-4DC2-8D62-01B32135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780EE2D-4316-4791-8F83-C83B8B7E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D18A57-55AF-4446-A9EE-3E0ABAB8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D0F4D6-4CA3-4FDE-83AE-D1DE672C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3028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6BE89AB-9EDD-4BEC-8AC7-5C130A43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KNOWLEDGE REFINERY · 知识炼油厂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ECDB90A-28E9-4874-A047-E748FF18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0125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75" b="0">
                <a:solidFill>
                  <a:srgbClr val="171918"/>
                </a:solidFill>
              </a:defRPr>
            </a:pPr>
            <a:r>
              <a:rPr sz="3075" b="0">
                <a:solidFill>
                  <a:srgbClr val="171918"/>
                </a:solidFill>
              </a:rPr>
              <a:t>把信息炼成可验证知识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662F4F9-6E2D-4EB9-846B-A03C5ED5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D69"/>
                </a:solidFill>
              </a:defRPr>
            </a:pPr>
            <a:r>
              <a:rPr sz="1350" b="0">
                <a:solidFill>
                  <a:srgbClr val="666D69"/>
                </a:solidFill>
              </a:rPr>
              <a:t>全球信号进入八个领域，六个角色完成事实核验，最终形成每日版次。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49DC10A-5B48-4C38-9A86-44ED70CD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32766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6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DE8C65F-F72D-43D1-99E7-05805E02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800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1918"/>
                </a:solidFill>
              </a:defRPr>
            </a:pPr>
            <a:r>
              <a:rPr sz="1875" b="0">
                <a:solidFill>
                  <a:srgbClr val="171918"/>
                </a:solidFill>
              </a:rPr>
              <a:t>“数据是新石油。数据有价值，</a:t>
            </a:r>
          </a:p>
          <a:p xmlns:a="http://schemas.openxmlformats.org/drawingml/2006/main">
            <a:pPr>
              <a:defRPr sz="1875" b="0">
                <a:solidFill>
                  <a:srgbClr val="171918"/>
                </a:solidFill>
              </a:defRPr>
            </a:pPr>
            <a:r>
              <a:rPr sz="1875" b="0">
                <a:solidFill>
                  <a:srgbClr val="171918"/>
                </a:solidFill>
              </a:rPr>
              <a:t>但未经提炼就不能使用。”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A1322BD-37A5-4105-AAE4-6727A1CD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A604F"/>
                </a:solidFill>
              </a:defRPr>
            </a:pPr>
            <a:r>
              <a:rPr sz="1125" b="1">
                <a:solidFill>
                  <a:srgbClr val="2A604F"/>
                </a:solidFill>
              </a:rPr>
              <a:t>— Clive Humby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84E407-F9CF-476E-B49B-F2F022A8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2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07966A7-4220-4C66-A7FC-C4DFA420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Pocket Earth 保存筛选、核验后的知识版次，</a:t>
            </a:r>
          </a:p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同时保留原始来源与复验路径。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932319A-81AF-4F28-A1A3-2CD2AE1D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ABB781E-EF9B-4172-90CA-DAFF16E5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725F70F-FF12-4A81-8925-8E7FCA41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2DD"/>
                </a:solidFill>
              </a:defRPr>
            </a:pPr>
            <a:r>
              <a:rPr sz="1125" b="1">
                <a:solidFill>
                  <a:srgbClr val="2D62DD"/>
                </a:solidFill>
              </a:rPr>
              <a:t>01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9BAA5AD-8C27-4728-B118-43DF5874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公开信号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AFB6B31-9FCF-497F-9B5E-1F1240EF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765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8 个领域 Agent 每日收集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AD7C7DE-26CB-4D40-B0C7-E100BA5F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479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936D"/>
                </a:solidFill>
              </a:defRPr>
            </a:pPr>
            <a:r>
              <a:rPr sz="18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959C79A-809C-4DF2-ADEC-4E5E36B7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2BCDAC8-63A2-477F-BD22-1FE502BF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8EF90BA-FFE6-4609-BE29-34BE7A97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336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C6DD"/>
                </a:solidFill>
              </a:defRPr>
            </a:pPr>
            <a:r>
              <a:rPr sz="1125" b="1">
                <a:solidFill>
                  <a:srgbClr val="18C6DD"/>
                </a:solidFill>
              </a:rPr>
              <a:t>02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3EB575E-29B6-4421-872A-BBBBB281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领域筛选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13C330-9988-4E74-8459-7D373914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765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去重、分类、压缩上下文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25E0293-D80E-43DB-B413-0F2932C0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936D"/>
                </a:solidFill>
              </a:defRPr>
            </a:pPr>
            <a:r>
              <a:rPr sz="18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2610529-1776-4623-B829-039D006B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0D457EC-0BE9-485D-B8BE-D2A98A4B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69AAEBA-2293-4927-A669-7FAF732E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C84A"/>
                </a:solidFill>
              </a:defRPr>
            </a:pPr>
            <a:r>
              <a:rPr sz="1125" b="1">
                <a:solidFill>
                  <a:srgbClr val="F4C84A"/>
                </a:solidFill>
              </a:rPr>
              <a:t>03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C5F9CEB-C8B0-4A18-A894-DACA9E1D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241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交叉核验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AC70513-7411-492A-9E6C-AAA9F84F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765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来源约束 + 人工发布闸门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208DA3F-7BC2-42DF-B785-6B9C4BE7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479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936D"/>
                </a:solidFill>
              </a:defRPr>
            </a:pPr>
            <a:r>
              <a:rPr sz="18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C9F743C-66FE-4B20-9CFB-ECC378DB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52650"/>
            <a:ext cx="1562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D075E3B-DC11-4F80-B30D-26A640FD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52650"/>
            <a:ext cx="1562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14090F5-6D0A-477C-AACB-DCE03651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336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A604F"/>
                </a:solidFill>
              </a:defRPr>
            </a:pPr>
            <a:r>
              <a:rPr sz="1125" b="1">
                <a:solidFill>
                  <a:srgbClr val="2A604F"/>
                </a:solidFill>
              </a:rPr>
              <a:t>04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90068EE-211D-46DB-8BF2-0DD5ECF0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2410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每日版次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D2F6EEF-01CA-45F8-A4E4-C88A9467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765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Merkle 根锚定 Injective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25C5073-4C54-4776-ACC9-FA49B66E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86150"/>
            <a:ext cx="7562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CCFD3BE-C53E-47B8-BC61-4483125D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052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918"/>
                </a:solidFill>
              </a:defRPr>
            </a:pPr>
            <a:r>
              <a:rPr sz="1500" b="1">
                <a:solidFill>
                  <a:srgbClr val="171918"/>
                </a:solidFill>
              </a:rPr>
              <a:t>知识冷热分层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A1E5449-BA4D-49DF-B50A-7A5BE055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338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1FF"/>
          </a:solidFill>
          <a:ln xmlns:a="http://schemas.openxmlformats.org/drawingml/2006/main" w="9525">
            <a:solidFill>
              <a:srgbClr val="BDD1F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267A861-274B-4A8E-B91B-26B83626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767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62DD"/>
                </a:solidFill>
              </a:defRPr>
            </a:pPr>
            <a:r>
              <a:rPr sz="1200" b="1">
                <a:solidFill>
                  <a:srgbClr val="2D62DD"/>
                </a:solidFill>
              </a:rPr>
              <a:t>热区 · 7 天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EC12E0B-9AC4-41A4-B526-F6D20ACC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33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完整新闻与运行上下文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73B357B-89E1-4580-930E-17492D52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314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936D"/>
                </a:solidFill>
              </a:defRPr>
            </a:pPr>
            <a:r>
              <a:rPr sz="172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225B1F2-61DC-425F-AB89-140D994F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3385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BCD9CD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E8DC2AB-841B-4C3B-933D-53092DC1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767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604F"/>
                </a:solidFill>
              </a:defRPr>
            </a:pPr>
            <a:r>
              <a:rPr sz="1200" b="1">
                <a:solidFill>
                  <a:srgbClr val="2A604F"/>
                </a:solidFill>
              </a:rPr>
              <a:t>长期层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F231E90-7D80-437C-9639-A62FD655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3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核验条目、证明与版次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A8FC579-80DA-42FE-88A7-9A562700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314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936D"/>
                </a:solidFill>
              </a:defRPr>
            </a:pPr>
            <a:r>
              <a:rPr sz="172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7D9F0CB-DAC1-4629-93AF-09BFDC09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33850"/>
            <a:ext cx="1409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CFC1E9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E0CEA17-E35F-4687-AFBF-5531A2F2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7672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F70DC"/>
                </a:solidFill>
              </a:defRPr>
            </a:pPr>
            <a:r>
              <a:rPr sz="1200" b="1">
                <a:solidFill>
                  <a:srgbClr val="8F70DC"/>
                </a:solidFill>
              </a:rPr>
              <a:t>端侧私域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8ACB2FB-68BF-4F02-8EDE-3EAA99C3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339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私人记忆不上链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7FB4628-A03A-41AE-8009-2B80F47A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86400"/>
            <a:ext cx="11258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0938B52-3143-44E0-89F3-DDB821A2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内容留在链下，Merkle 根锚定 Injective：保留丰富性，也让任何人都能独立验真。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665ED07-C714-4996-9A5B-A8A3FA73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001E272-82FA-4507-A9F8-F1EBFDF6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03 / KNOWLEDGE REFINERY</a:t>
            </a:r>
          </a:p>
        </p:txBody>
      </p:sp>
    </p:spTree>
    <p:extLst>
      <p:ext uri="{BB962C8B-B14F-4D97-AF65-F5344CB8AC3E}">
        <p14:creationId xmlns:p14="http://schemas.microsoft.com/office/powerpoint/2010/main" val="409668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5C67EEE-493A-4338-A9A4-9B6461D1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2E876-D88A-4DED-8623-C5580C7F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B24B1-D39A-482B-B890-8D6974AE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3E281-CDBA-4AF4-9E04-3887766E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8F3C2-9462-43A4-A204-C6FA8C02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D93E3-BD5C-4B17-82DC-5C95D946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53C00-588C-4898-95BA-4F9301A4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23D50-151D-468C-AF4C-8E02EDF5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F29DC-22B6-4E64-B1B6-3F02AEDE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A6114-B487-4625-9F52-7E92313E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31F6A-B7A1-4311-87DE-73DBE197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D827C-0370-4DBD-8DE3-F0983D13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474FE-4906-4929-8212-E8EC74A5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AB250-B84B-4139-92FE-53EB1352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54BB8-7CB6-4A3E-8495-0F181012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60C4B-0C63-4EBA-890D-194E85A4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23702-860B-40FC-BC83-2576027B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74DAD-7C71-4FB2-976D-4AEA6943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742FC-1C2D-4728-8BD1-D8951F90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7FB8A-286B-4366-B05A-0D6A63C5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8A3D8-2671-4880-B0A3-BCBBD304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36539F-DE7A-435B-8B6C-A9782546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8257B0-5DD1-4729-A94F-385845FD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FF0A4A-9219-4F29-A0BB-E5BE764B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FFFA54-C0B9-4FC5-89DD-88F4F6D6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E3EF44-1FDA-4883-B77B-97B081FC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83BD0-CF49-4D5F-BE36-A8DCD5AD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49E45F-CD80-4FAE-AE98-68E4CE27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54DA24-D40B-4E0B-93D0-D2F4F7E0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982F40-D9C7-4041-AE7C-5A160161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3DF5FB-DC4F-449A-A70F-9BB8D895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AE937A-446A-4348-87B1-A83F4503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052F89-3A79-42B7-A9F4-EA66B0F0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F05B7F-775A-4411-819A-D94234FB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27E380-564F-4749-B101-5A30C3C0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D98BA7-A771-4AA8-A475-2999BA99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D32FEF-1DF4-468B-9A7D-1D0173E1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4B5BBF-8FB8-4912-A47B-A9FB4095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C53E11-25C2-4239-9527-ED337BEE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8A4CA6-2D95-4981-9019-2733521E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82AECB-03A1-4388-BB38-1937F6E4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C9048F-A0C3-4BF8-91D5-1360C7EA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8DD314-F7EA-4664-BAB8-08B7E13E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917FFE-1778-4ABF-8AFA-C9435613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41756F-4DDB-4ACD-8D01-6C7BA10F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33C7BB-9029-4477-8141-1E2D11DF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21B455-F8A8-4B45-A280-982D9BFE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480F53-2951-4EB9-A655-B6223CC2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7D807A-3320-4EBA-848B-7575AA8D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A46D0E-8A16-4C11-AD3E-68F5E3B4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452419-1D65-41E5-AADA-E7A9C15C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D978C1-D4CC-4527-8A84-4FC07445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D26BD6-B4F7-4124-9720-956F4935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266E24-E27B-4348-9FDC-7D57233E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C1499B-3537-41E9-B2C1-76F7422B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B6D2DE-A624-4092-8A15-C4226355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5C15B5-5F7F-4B07-B82C-FE60ED5C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C54E76-FB77-4A63-B723-154B8F36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6FFACD5-4AF9-466E-AFC4-0BC1EA9F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63BCFF7-9ECB-4501-BDBE-2BD78747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C90164-3297-4C5A-BAC2-200DE11A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5552CB-7CE0-4142-9C4F-545D2549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3C887A-1CD9-47B8-B17C-16576DBE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AC9C6D-22F4-49E0-8468-B9FFBAE5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C5F9E67-1D5E-439B-9012-FE274D9D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2E45126-0AE5-4E1F-A880-A417684E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27146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628D96C-3314-47FB-AD40-166C8FE5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47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PUBLIC EARTH · 公共知识层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7510CF-0007-416E-825F-C5DF6851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把信息炼成一张</a:t>
            </a:r>
          </a:p>
          <a:p xmlns:a="http://schemas.openxmlformats.org/drawingml/2006/main">
            <a:pPr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知识地图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CC280D-A7E6-4B1E-81AA-822AA8C8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3367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936D"/>
                </a:solidFill>
              </a:defRPr>
            </a:pPr>
            <a:r>
              <a:rPr sz="1500" b="1">
                <a:solidFill>
                  <a:srgbClr val="21936D"/>
                </a:solidFill>
              </a:rPr>
              <a:t>卡片负责发现，详情负责理解，版次负责验真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D511F62-FFDE-4D49-80E3-470D210E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3733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新闻信号以便签落回真实地点；点开后得到摘要、意义、来源与核验状态。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进入每日版次的条目可以下载资源包，在本地重新计算记录哈希、Merkle 路径与版次根。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450AA87-1834-4249-960A-2C18C795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A9FF471-A620-471C-B19B-A62E2FE9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8EE751C-05FB-4B2C-A847-2E11464B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渲染在端上，内容在包里，指纹在链上。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3D40502-78F2-4F6C-BD44-9574DE89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公共地球节省链上存储成本，同时保留可下载、可迁移、可复验的知识。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48BA1D3-94B8-4E42-92F3-E6CFC258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B410771-F674-4C64-9E93-CF7EEECA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04 / PUBLIC KNOWLEDGE LAYER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9C80A0E-555E-433D-9591-C51DD0E9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b620fbf5a4dd7"/>
          <a:srcRect xmlns:a="http://schemas.openxmlformats.org/drawingml/2006/main" l="241" t="0" r="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BAF5656-D46D-4C6A-B972-3DDDEC24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A1FAD40-B510-4353-B092-8CE166E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c74817ec24569"/>
          <a:srcRect xmlns:a="http://schemas.openxmlformats.org/drawingml/2006/main" l="241" t="0" r="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8B3CEF4-32D8-46CD-A9AF-F2C1F741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C0E4ECB-F492-4B08-9FA6-0553DC2B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A3A07BF-199F-4A27-BD66-ECBCC91C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知识地图 · 便签落回新闻发生地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EE84C25-ED8B-494F-AD86-FEFD55D7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52AE839-3750-4E90-AE73-41478B38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每日版次 · 下载包并复验 Merkle 证明</a:t>
            </a:r>
          </a:p>
        </p:txBody>
      </p:sp>
    </p:spTree>
    <p:extLst>
      <p:ext uri="{BB962C8B-B14F-4D97-AF65-F5344CB8AC3E}">
        <p14:creationId xmlns:p14="http://schemas.microsoft.com/office/powerpoint/2010/main" val="10079792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C439177-DD84-4F60-8BE9-F961C93F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D001A-6713-4CDF-8029-FEC11771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C9BEE-E8B6-4779-AD7C-EC92B7FD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71BBB-3753-413B-9B59-B37AFAC9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BD1D9-C73F-4CB9-A799-4581E5C2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D7498-907B-4F23-844D-8700544D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818BE-6A80-4038-9ABA-90491922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0B4CA-4A5C-4378-8C41-CD8BAE44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F6C41-568C-4B14-8C38-D603BFA3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EC258-A6BF-4E64-A11D-113DEE6C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93B16-861D-4210-940F-DA248165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B9178-7DE4-4B4B-A51A-7206A0DE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7891B-2C9B-4FA3-810E-22C64D4F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8058F-5450-46A0-A7F8-D14E4469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5FB05-78F5-4F24-A4E3-C50BA40D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B384E-859B-4E98-8D4A-5E16CDE9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B0989-109A-43AE-8FC9-9D964264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DF530-61BC-41F7-AC71-0A666EDB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DF5F1-DE09-4AFA-B812-D05D4FE3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AEDD4E-2A63-4E24-8E9E-F2F08B4C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506C0A-D7D9-4572-8818-61215C3B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1D0928-D95E-45A3-93BD-9B413311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AAEB2-E017-4D40-BF5D-5B987F82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1CC8F0-B3DF-4B88-A454-371D2C3E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E9EEF9-5EBF-4C79-9291-A050030D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0B7455-E5A5-4E1E-A115-382A840B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31F2D1-C383-4158-AD37-FAC60C5F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A5818A-909D-444F-98B5-BAA2A53B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419A04-8418-4B7B-BDF2-CAE67BB8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29ED50-9F07-4E3C-BD43-CF9EDC54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63C2E5-90B0-48E3-8F38-D1C99781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78BB11-FD09-4751-9FEC-861ABA42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0233EA-5785-43D2-A9D8-9DDBFBA1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E78701-4F41-45EB-8733-9C4F22C1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E151A5-E3D3-4A7B-AF9A-DC70D545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AEA32A-947A-4EB0-8003-DD4C7EC3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F73D93-D2FF-450D-9868-ABF34361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53B9C7-852F-44C5-B419-A433BEA7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0EE492-653A-4596-8DA9-D061526C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EE2F1C-C5DE-4DBB-A5F1-4120FB48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22C26D-C609-4521-B77F-92F85878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E336E3-F980-4F14-A19D-CCFAF6E8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63B344-BE64-448A-BF38-4F969D76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424BB8-0194-45DB-A293-0562A2C2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A112E3-A397-4A9E-908C-B8F945B1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D8880B-CDC2-4BF9-89C0-AC6B6E2D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D1B090-C975-4C4A-AC5A-24B3BD9E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A3EBDB-1A65-482B-8E77-E3B49902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9F5515-956A-4EBC-A033-E57309E2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58604E-EA23-41E8-BE16-66A6D4A4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016407-1AC2-43C5-95E9-C9EFA0EC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F75600-2143-4FE2-9803-CABC6FDD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640AFF-13DE-4BFB-89DA-8258D04A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838AA0-05FD-4DBB-809C-35763672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3C884C-B813-4AE9-9E13-AF42C75D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E862FB-2ECF-4694-901B-FCE6AD07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F964BB-BB30-47BF-89D5-73EBD0ED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BC5B3F-6341-44D3-86C9-AD0C5712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049AFC-FDAC-4A28-9501-D0B5F382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84A43B-E48A-498A-9D72-621DCB9F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B160ED-B258-4D04-A10D-EBD28223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87E0A2-1C02-404F-A162-A8DD313D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B9B8FBC-4CA1-4E0C-AB04-AD3CA97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52BE7D-6625-4AA1-9762-B1EE70B6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7AFE422-977C-414F-AA5A-54932BEF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090AF3D-FB25-41B5-AA4B-DD1E32AD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2266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1B1A647-4822-4C52-9379-6CC01DFA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FROST · AGENT IDENTITY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9E769E5-40DB-4A82-B411-99E90909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918"/>
                </a:solidFill>
              </a:defRPr>
            </a:pPr>
            <a:r>
              <a:rPr sz="2850" b="0">
                <a:solidFill>
                  <a:srgbClr val="171918"/>
                </a:solidFill>
              </a:rPr>
              <a:t>Frost：一台努力理解</a:t>
            </a:r>
          </a:p>
          <a:p xmlns:a="http://schemas.openxmlformats.org/drawingml/2006/main">
            <a:pPr>
              <a:defRPr sz="2850" b="0">
                <a:solidFill>
                  <a:srgbClr val="171918"/>
                </a:solidFill>
              </a:defRPr>
            </a:pPr>
            <a:r>
              <a:rPr sz="2850" b="0">
                <a:solidFill>
                  <a:srgbClr val="171918"/>
                </a:solidFill>
              </a:rPr>
              <a:t>人类的机器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BCAA4C4-8451-4B02-BBD2-406AADB3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241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936D"/>
                </a:solidFill>
              </a:defRPr>
            </a:pPr>
            <a:r>
              <a:rPr sz="1425" b="1">
                <a:solidFill>
                  <a:srgbClr val="21936D"/>
                </a:solidFill>
              </a:rPr>
              <a:t>同一角色贯穿 App、公共地球、身份卡与实体设备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7FE07DA-FA56-415D-8451-510D70FA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3762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Frost 的灵感来自《趁生命气息逗留》。统一的方形轮廓提供品牌识别度；每个人的记忆生成不同细节。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#43–47 拥有公开可验证的 Agent 身份；实体 Frost 会把当天知识和链上见闻带回房间。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0A9702F-6070-4B5F-BD07-14E53A67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E290224-2682-49D2-AC9B-B343D0BD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86DB82F-B2AE-4955-BB27-2AA1BA8A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Frost 是产品本身。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9DEAB98-23EF-4E9F-BE59-01A4903B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形象、声音、长期记忆、链上身份和实体身体属于同一个 Agent。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A9B6F1F-D8FA-4189-A938-3F3CEAB4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89AFDB1-C5A3-417D-9FA3-1A905BE2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05 / FROST IDENTITY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2AC049F-0FEE-4743-A985-ABA6FCD4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9f8fe0c014dee"/>
          <a:srcRect xmlns:a="http://schemas.openxmlformats.org/drawingml/2006/main" l="241" t="0" r="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C5F1AF9-A253-4026-B36D-551E79D8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E19957D-E494-4C15-AF41-EF13592C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fea623cf74b95"/>
          <a:srcRect xmlns:a="http://schemas.openxmlformats.org/drawingml/2006/main" l="19337" t="0" r="193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3175"/>
            </a:avLst>
          </a:prstGeom>
        </p:spPr>
      </p:pic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BC0BD5D-BD33-4D5F-B4A0-BB94F74C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3175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7B961C3-F9AD-4137-8508-C6CED319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B622F15-E344-4042-AF5C-9B4E4DB9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身份卡 · 链上公开身份与个体差异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F08EF2F-30F7-4571-ACF3-036F8664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53AF875-B44E-452E-B657-048485CC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实体终端 · 同一个 Frost 在房间里开口</a:t>
            </a:r>
          </a:p>
        </p:txBody>
      </p:sp>
    </p:spTree>
    <p:extLst>
      <p:ext uri="{BB962C8B-B14F-4D97-AF65-F5344CB8AC3E}">
        <p14:creationId xmlns:p14="http://schemas.microsoft.com/office/powerpoint/2010/main" val="1234881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2026-07-19T09:33:21.9570000Z</dcterms:created>
  <dcterms:modified xsi:type="dcterms:W3CDTF">2026-07-19T09:33:21.9570000Z</dcterms:modified>
</coreProperties>
</file>