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93f809271a2466b" /><Relationship Type="http://schemas.openxmlformats.org/officeDocument/2006/relationships/extended-properties" Target="/docProps/app.xml" Id="Rfc2efd016d7644d7" /><Relationship Type="http://schemas.openxmlformats.org/officeDocument/2006/relationships/officeDocument" Target="/ppt/presentation.xml" Id="R2c657141beb7467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154ebd47a654dbf"/>
  </p:sldMasterIdLst>
  <p:notesMasterIdLst>
    <p:notesMasterId xmlns:r="http://schemas.openxmlformats.org/officeDocument/2006/relationships" r:id="Rf7f9a673da6746d8"/>
  </p:notesMasterIdLst>
  <p:sldIdLst>
    <p:sldId xmlns:r="http://schemas.openxmlformats.org/officeDocument/2006/relationships" id="256" r:id="R7f3c94abd1ca40be"/>
    <p:sldId xmlns:r="http://schemas.openxmlformats.org/officeDocument/2006/relationships" id="257" r:id="R5eacf13fc1f04b5d"/>
    <p:sldId xmlns:r="http://schemas.openxmlformats.org/officeDocument/2006/relationships" id="258" r:id="Rddea7d8fd3d14469"/>
    <p:sldId xmlns:r="http://schemas.openxmlformats.org/officeDocument/2006/relationships" id="259" r:id="Re8487e4884fa4fa2"/>
    <p:sldId xmlns:r="http://schemas.openxmlformats.org/officeDocument/2006/relationships" id="260" r:id="R3193e9fc74c24c0f"/>
    <p:sldId xmlns:r="http://schemas.openxmlformats.org/officeDocument/2006/relationships" id="261" r:id="R4667fa0fff7d4e65"/>
    <p:sldId xmlns:r="http://schemas.openxmlformats.org/officeDocument/2006/relationships" id="262" r:id="Rb4b5a3363cc84a93"/>
    <p:sldId xmlns:r="http://schemas.openxmlformats.org/officeDocument/2006/relationships" id="263" r:id="Ra1ff25b6331f4bd2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66278176012436a" /><Relationship Type="http://schemas.openxmlformats.org/officeDocument/2006/relationships/slideMaster" Target="/ppt/slideMasters/slideMaster1.xml" Id="R5154ebd47a654dbf" /><Relationship Type="http://schemas.openxmlformats.org/officeDocument/2006/relationships/notesMaster" Target="/ppt/notesMasters/notesMaster1.xml" Id="Rf7f9a673da6746d8" /><Relationship Type="http://schemas.openxmlformats.org/officeDocument/2006/relationships/presProps" Target="/ppt/presProps.xml" Id="Rd21b43fbeda34cac" /><Relationship Type="http://schemas.openxmlformats.org/officeDocument/2006/relationships/tableStyles" Target="/ppt/tableStyles.xml" Id="R5a89023fff4b4960" /><Relationship Type="http://schemas.openxmlformats.org/officeDocument/2006/relationships/slide" Target="/ppt/slides/slide1.xml" Id="R7f3c94abd1ca40be" /><Relationship Type="http://schemas.openxmlformats.org/officeDocument/2006/relationships/slide" Target="/ppt/slides/slide2.xml" Id="R5eacf13fc1f04b5d" /><Relationship Type="http://schemas.openxmlformats.org/officeDocument/2006/relationships/slide" Target="/ppt/slides/slide3.xml" Id="Rddea7d8fd3d14469" /><Relationship Type="http://schemas.openxmlformats.org/officeDocument/2006/relationships/slide" Target="/ppt/slides/slide4.xml" Id="Re8487e4884fa4fa2" /><Relationship Type="http://schemas.openxmlformats.org/officeDocument/2006/relationships/slide" Target="/ppt/slides/slide5.xml" Id="R3193e9fc74c24c0f" /><Relationship Type="http://schemas.openxmlformats.org/officeDocument/2006/relationships/slide" Target="/ppt/slides/slide6.xml" Id="R4667fa0fff7d4e65" /><Relationship Type="http://schemas.openxmlformats.org/officeDocument/2006/relationships/slide" Target="/ppt/slides/slide7.xml" Id="Rb4b5a3363cc84a93" /><Relationship Type="http://schemas.openxmlformats.org/officeDocument/2006/relationships/slide" Target="/ppt/slides/slide8.xml" Id="Ra1ff25b6331f4bd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cad73a2c23d4c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8b83f1cc3746ea" /><Relationship Type="http://schemas.openxmlformats.org/officeDocument/2006/relationships/notesMaster" Target="/ppt/notesMasters/notesMaster1.xml" Id="Rb52f0bb3804744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f94a54bb9b04c97" /><Relationship Type="http://schemas.openxmlformats.org/officeDocument/2006/relationships/notesMaster" Target="/ppt/notesMasters/notesMaster1.xml" Id="Re272c810ed1a4d3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16252f286b143a2" /><Relationship Type="http://schemas.openxmlformats.org/officeDocument/2006/relationships/notesMaster" Target="/ppt/notesMasters/notesMaster1.xml" Id="R79b5605fd9a84c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a5ab3f47f604f65" /><Relationship Type="http://schemas.openxmlformats.org/officeDocument/2006/relationships/notesMaster" Target="/ppt/notesMasters/notesMaster1.xml" Id="R9d668c547dbd432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c4fe09b77d4c9c" /><Relationship Type="http://schemas.openxmlformats.org/officeDocument/2006/relationships/notesMaster" Target="/ppt/notesMasters/notesMaster1.xml" Id="R58b2e01d647544b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015c440e4b4736" /><Relationship Type="http://schemas.openxmlformats.org/officeDocument/2006/relationships/notesMaster" Target="/ppt/notesMasters/notesMaster1.xml" Id="R2ef44bf8afcd47e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6bbb0cafb14265" /><Relationship Type="http://schemas.openxmlformats.org/officeDocument/2006/relationships/notesMaster" Target="/ppt/notesMasters/notesMaster1.xml" Id="Re4afd5dbd1e141c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1945dd316724376" /><Relationship Type="http://schemas.openxmlformats.org/officeDocument/2006/relationships/notesMaster" Target="/ppt/notesMasters/notesMaster1.xml" Id="R52866e1299084c8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这张图先划清手机、主服务和 Frost Edge 的职责。用户在手机端发起与回看；端侧 Gemma 处理受限分类、候选选择和弱网降级；复杂公共知识任务经主服务进入 Microsoft Foundry Model Router。设备只接收白名单公开事件，私密原文、精确坐标与云端密钥都不会进入硬件。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树莓派内部由一条本地总线串起输入、常驻命令内核、Frost Agent 和实体反馈。Gemma 4 E4B IT 继续作为端侧模型，负责隐私判断、分类和候选选择；Microsoft Foundry Model Router 只处理获得授权的复杂公共任务。网络不可用时，规则、目录、缓存和上一版公共知识仍可工作。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左侧是真实运行的树莓派原型，右侧是同一能力边界下的产品化外形。我们已经把屏幕、按钮、扬声器、摄像头和本地服务联调起来。端侧 Gemma 留在设备内，复杂任务由 Microsoft Foundry 经主服务路由，Frost 再把结果以屏幕、灯效和声音带回现实空间。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这台设备的价值来自完整输入与反馈闭环：摄像头读取公开信息，麦克风有物理开关，Whisplay 展示 Trace，橙色键完成确认与切换。Raspberry Pi 5 上常驻 Gemma 4 E4B IT，云端复杂能力由 Microsoft Foundry 提供，设备本身不保存云端密钥。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Frost Edge 当前使用 Raspberry Pi 5、Whisplay 与 8GB 内存，端侧模型保持 Gemma 4 E4B IT。设备把低认知负担的输入、显示、按钮、灯效和声音合并到一个实体中；Microsoft Foundry Model Router 负责经授权升级的复杂公共知识任务。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一个 PI HOME 承载三种可现场运行的实体体验：口袋播客把每日知识版次转成可听内容，日落电台使用真实城市日落时间与本地曲库，地球答案每天零点揭晓一条行动提示。三种体验共享同一套按钮规则、屏幕状态、声音反馈和安全边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端云协同由五道关口约束：规则快路、端侧 Gemma、隐私护栏、Microsoft Foundry Model Router、校验与人工确认。路由、耗时、失败降级和硬件动作都进入 Trace；云端只接触经过允许的公共字段，端侧失败时回到规则、缓存和手动路径。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最后是从代码到真机的证据链。安装脚本、模型文件校验、systemd 服务、真实请求、生产界面和技术材料一一对应。端侧 Gemma 的来源与哈希可以复核，Microsoft Foundry 的请求由主服务统一管理；真机状态、日志、屏幕和 Trace 共同形成可复现的运行证据。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7ef035b59b43b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0958edb378d4ce9" /><Relationship Type="http://schemas.openxmlformats.org/officeDocument/2006/relationships/slideLayout" Target="/ppt/slideLayouts/slideLayout1.xml" Id="R07e89dc1466d4e3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e89dc1466d4e3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a855433dc4448c3" /><Relationship Type="http://schemas.openxmlformats.org/officeDocument/2006/relationships/image" Target="/ppt/media/image.png" Id="Ra16c846161354591" /><Relationship Type="http://schemas.openxmlformats.org/officeDocument/2006/relationships/notesSlide" Target="/ppt/notesSlides/notesSlide1.xml" Id="Rb5aa607b092f4af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20d4ee60a74aef" /><Relationship Type="http://schemas.openxmlformats.org/officeDocument/2006/relationships/image" Target="/ppt/media/image2.png" Id="R8b43cf9a716b4f5b" /><Relationship Type="http://schemas.openxmlformats.org/officeDocument/2006/relationships/notesSlide" Target="/ppt/notesSlides/notesSlide2.xml" Id="R9af45fa009b146a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f312cea8e44e2" /><Relationship Type="http://schemas.openxmlformats.org/officeDocument/2006/relationships/image" Target="/ppt/media/image3.png" Id="Ra57d8d2e0bd54a8c" /><Relationship Type="http://schemas.openxmlformats.org/officeDocument/2006/relationships/notesSlide" Target="/ppt/notesSlides/notesSlide3.xml" Id="R32236ffdd623499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26df5b20ac4bfa" /><Relationship Type="http://schemas.openxmlformats.org/officeDocument/2006/relationships/image" Target="/ppt/media/image4.png" Id="Rf822bae57b0b48f6" /><Relationship Type="http://schemas.openxmlformats.org/officeDocument/2006/relationships/notesSlide" Target="/ppt/notesSlides/notesSlide4.xml" Id="R83033c32a00d4ff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2f8c0738e74b9f" /><Relationship Type="http://schemas.openxmlformats.org/officeDocument/2006/relationships/image" Target="/ppt/media/image5.png" Id="R5fc9df3817e64d58" /><Relationship Type="http://schemas.openxmlformats.org/officeDocument/2006/relationships/notesSlide" Target="/ppt/notesSlides/notesSlide5.xml" Id="R2c3993ec6be24a1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0cdc2d2c3747f5" /><Relationship Type="http://schemas.openxmlformats.org/officeDocument/2006/relationships/image" Target="/ppt/media/image6.png" Id="R0fa2556be2924194" /><Relationship Type="http://schemas.openxmlformats.org/officeDocument/2006/relationships/notesSlide" Target="/ppt/notesSlides/notesSlide6.xml" Id="R6992ad0cea934f1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0fd9a0d0cc415b" /><Relationship Type="http://schemas.openxmlformats.org/officeDocument/2006/relationships/image" Target="/ppt/media/image7.png" Id="R276d1e3ca8084fb5" /><Relationship Type="http://schemas.openxmlformats.org/officeDocument/2006/relationships/notesSlide" Target="/ppt/notesSlides/notesSlide7.xml" Id="Rfe67f83160f44c8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9e2b081fa490a" /><Relationship Type="http://schemas.openxmlformats.org/officeDocument/2006/relationships/image" Target="/ppt/media/image8.png" Id="R32e0bf929fc84a3c" /><Relationship Type="http://schemas.openxmlformats.org/officeDocument/2006/relationships/notesSlide" Target="/ppt/notesSlides/notesSlide8.xml" Id="Rc476b5d5267046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6c84616135459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89528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43cf9a716b4f5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901212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d8d2e0bd54a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2495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22bae57b0b48f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11909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c9df3817e64d5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57065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a2556be292419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430465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6d1e3ca8084fb5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447057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0bf929fc84a3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1090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2026-07-20T06:41:06.1210000Z</dcterms:created>
  <dcterms:modified xsi:type="dcterms:W3CDTF">2026-07-20T06:41:06.1210000Z</dcterms:modified>
</coreProperties>
</file>